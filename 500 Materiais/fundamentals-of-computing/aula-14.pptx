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555150"/>
  <p:embeddedFontLst>
    <p:embeddedFont>
      <p:font typeface="Arial Narrow"/>
      <p:regular r:id="rId27"/>
      <p:bold r:id="rId28"/>
      <p:italic r:id="rId29"/>
      <p:boldItalic r:id="rId30"/>
    </p:embeddedFont>
    <p:embeddedFont>
      <p:font typeface="Tahoma"/>
      <p:regular r:id="rId31"/>
      <p:bold r:id="rId32"/>
    </p:embeddedFon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09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34" roundtripDataSignature="AMtx7mgfC4rayg/EUtJ4lm2v81ihVLLC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09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rialNarrow-bold.fntdata"/><Relationship Id="rId27" Type="http://schemas.openxmlformats.org/officeDocument/2006/relationships/font" Target="fonts/ArialNarrow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alNarrow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Tahoma-regular.fntdata"/><Relationship Id="rId30" Type="http://schemas.openxmlformats.org/officeDocument/2006/relationships/font" Target="fonts/ArialNarrow-boldItalic.fntdata"/><Relationship Id="rId11" Type="http://schemas.openxmlformats.org/officeDocument/2006/relationships/slide" Target="slides/slide5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32" Type="http://schemas.openxmlformats.org/officeDocument/2006/relationships/font" Target="fonts/Tahoma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077325"/>
            <a:ext cx="29718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9077325"/>
            <a:ext cx="29718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2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2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3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3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4:notes"/>
          <p:cNvSpPr txBox="1"/>
          <p:nvPr/>
        </p:nvSpPr>
        <p:spPr>
          <a:xfrm>
            <a:off x="3886200" y="9077325"/>
            <a:ext cx="29718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60" name="Google Shape;760;p14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1" name="Google Shape;761;p14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5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5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6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6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7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8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1" name="Google Shape;1011;p18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8:notes"/>
          <p:cNvSpPr txBox="1"/>
          <p:nvPr/>
        </p:nvSpPr>
        <p:spPr>
          <a:xfrm>
            <a:off x="3886200" y="9077325"/>
            <a:ext cx="29718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9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9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20:notes"/>
          <p:cNvSpPr txBox="1"/>
          <p:nvPr>
            <p:ph idx="1" type="body"/>
          </p:nvPr>
        </p:nvSpPr>
        <p:spPr>
          <a:xfrm>
            <a:off x="914400" y="4538662"/>
            <a:ext cx="5029200" cy="43005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0:notes"/>
          <p:cNvSpPr/>
          <p:nvPr>
            <p:ph idx="2" type="sldImg"/>
          </p:nvPr>
        </p:nvSpPr>
        <p:spPr>
          <a:xfrm>
            <a:off x="1039812" y="715962"/>
            <a:ext cx="4779962" cy="358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type="ctrTitle"/>
          </p:nvPr>
        </p:nvSpPr>
        <p:spPr>
          <a:xfrm>
            <a:off x="1295400" y="1524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1219200" y="419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1219200" y="20447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type="title"/>
          </p:nvPr>
        </p:nvSpPr>
        <p:spPr>
          <a:xfrm rot="5400000">
            <a:off x="5149850" y="2317750"/>
            <a:ext cx="5740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" type="body"/>
          </p:nvPr>
        </p:nvSpPr>
        <p:spPr>
          <a:xfrm rot="5400000">
            <a:off x="1187450" y="450850"/>
            <a:ext cx="5740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1219200" y="419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 rot="5400000">
            <a:off x="3048000" y="2159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Impact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mpact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9pPr>
          </a:lstStyle>
          <a:p/>
        </p:txBody>
      </p:sp>
      <p:sp>
        <p:nvSpPr>
          <p:cNvPr id="64" name="Google Shape;64;p28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Impact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mpact"/>
              <a:buChar char="–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sz="2000"/>
            </a:lvl9pPr>
          </a:lstStyle>
          <a:p/>
        </p:txBody>
      </p:sp>
      <p:sp>
        <p:nvSpPr>
          <p:cNvPr id="70" name="Google Shape;70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Impact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mpact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mpact"/>
              <a:buNone/>
              <a:defRPr sz="900"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>
            <a:off x="1219200" y="419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Impact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9pPr>
          </a:lstStyle>
          <a:p/>
        </p:txBody>
      </p:sp>
      <p:sp>
        <p:nvSpPr>
          <p:cNvPr id="82" name="Google Shape;82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Impact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–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9pPr>
          </a:lstStyle>
          <a:p/>
        </p:txBody>
      </p:sp>
      <p:sp>
        <p:nvSpPr>
          <p:cNvPr id="83" name="Google Shape;83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Impact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b="1" sz="1600"/>
            </a:lvl9pPr>
          </a:lstStyle>
          <a:p/>
        </p:txBody>
      </p:sp>
      <p:sp>
        <p:nvSpPr>
          <p:cNvPr id="84" name="Google Shape;84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Impact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–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Char char="»"/>
              <a:defRPr sz="1600"/>
            </a:lvl9pPr>
          </a:lstStyle>
          <a:p/>
        </p:txBody>
      </p:sp>
      <p:sp>
        <p:nvSpPr>
          <p:cNvPr id="85" name="Google Shape;85;p31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2"/>
          <p:cNvSpPr txBox="1"/>
          <p:nvPr>
            <p:ph type="title"/>
          </p:nvPr>
        </p:nvSpPr>
        <p:spPr>
          <a:xfrm>
            <a:off x="1219200" y="419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" type="body"/>
          </p:nvPr>
        </p:nvSpPr>
        <p:spPr>
          <a:xfrm>
            <a:off x="1219200" y="20447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Impact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–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9pPr>
          </a:lstStyle>
          <a:p/>
        </p:txBody>
      </p:sp>
      <p:sp>
        <p:nvSpPr>
          <p:cNvPr id="91" name="Google Shape;91;p32"/>
          <p:cNvSpPr txBox="1"/>
          <p:nvPr>
            <p:ph idx="2" type="body"/>
          </p:nvPr>
        </p:nvSpPr>
        <p:spPr>
          <a:xfrm>
            <a:off x="5181600" y="20447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Impact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–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Char char="»"/>
              <a:defRPr sz="1800"/>
            </a:lvl9pPr>
          </a:lstStyle>
          <a:p/>
        </p:txBody>
      </p:sp>
      <p:sp>
        <p:nvSpPr>
          <p:cNvPr id="92" name="Google Shape;92;p32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Impact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mpact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mpact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mpact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mpact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mpact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mpact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mpact"/>
              <a:buNone/>
              <a:defRPr sz="1400"/>
            </a:lvl9pPr>
          </a:lstStyle>
          <a:p/>
        </p:txBody>
      </p:sp>
      <p:sp>
        <p:nvSpPr>
          <p:cNvPr id="98" name="Google Shape;98;p33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1" name="Google Shape;11;p21"/>
            <p:cNvSpPr txBox="1"/>
            <p:nvPr/>
          </p:nvSpPr>
          <p:spPr>
            <a:xfrm>
              <a:off x="0" y="0"/>
              <a:ext cx="5760" cy="535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12;p21"/>
            <p:cNvSpPr txBox="1"/>
            <p:nvPr/>
          </p:nvSpPr>
          <p:spPr>
            <a:xfrm>
              <a:off x="0" y="3147"/>
              <a:ext cx="5760" cy="1173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chemeClr val="folHlink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" name="Google Shape;13;p21"/>
          <p:cNvSpPr txBox="1"/>
          <p:nvPr/>
        </p:nvSpPr>
        <p:spPr>
          <a:xfrm>
            <a:off x="441325" y="0"/>
            <a:ext cx="276225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chemeClr val="folHlink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21"/>
          <p:cNvSpPr/>
          <p:nvPr/>
        </p:nvSpPr>
        <p:spPr>
          <a:xfrm flipH="1">
            <a:off x="547687" y="2717800"/>
            <a:ext cx="8596312" cy="254000"/>
          </a:xfrm>
          <a:prstGeom prst="homePlate">
            <a:avLst>
              <a:gd fmla="val 21224" name="adj"/>
            </a:avLst>
          </a:prstGeom>
          <a:gradFill>
            <a:gsLst>
              <a:gs pos="0">
                <a:schemeClr val="dk1"/>
              </a:gs>
              <a:gs pos="50000">
                <a:schemeClr val="folHlink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21"/>
          <p:cNvSpPr txBox="1"/>
          <p:nvPr/>
        </p:nvSpPr>
        <p:spPr>
          <a:xfrm>
            <a:off x="463550" y="2700337"/>
            <a:ext cx="161925" cy="4157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21"/>
          <p:cNvSpPr txBox="1"/>
          <p:nvPr/>
        </p:nvSpPr>
        <p:spPr>
          <a:xfrm>
            <a:off x="484187" y="2760662"/>
            <a:ext cx="87518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21"/>
          <p:cNvSpPr txBox="1"/>
          <p:nvPr>
            <p:ph type="title"/>
          </p:nvPr>
        </p:nvSpPr>
        <p:spPr>
          <a:xfrm>
            <a:off x="1219200" y="419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1219200" y="20447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●"/>
              <a:defRPr b="0" i="0" sz="32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Impact"/>
              <a:buChar char="•"/>
              <a:defRPr b="0" i="0" sz="28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mpact"/>
              <a:buChar char="–"/>
              <a:defRPr b="0" i="0" sz="24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–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b="0" i="0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1219200" y="419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1219200" y="20447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●"/>
              <a:defRPr b="0" i="0" sz="32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Impact"/>
              <a:buChar char="•"/>
              <a:defRPr b="0" i="0" sz="28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mpact"/>
              <a:buChar char="–"/>
              <a:defRPr b="0" i="0" sz="24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–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mpact"/>
              <a:buChar char="»"/>
              <a:defRPr b="0" i="0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  <a:defRPr b="0" i="0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3"/>
          <p:cNvSpPr txBox="1"/>
          <p:nvPr/>
        </p:nvSpPr>
        <p:spPr>
          <a:xfrm>
            <a:off x="441325" y="0"/>
            <a:ext cx="276225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chemeClr val="folHlink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3"/>
          <p:cNvSpPr txBox="1"/>
          <p:nvPr/>
        </p:nvSpPr>
        <p:spPr>
          <a:xfrm>
            <a:off x="463550" y="1912937"/>
            <a:ext cx="190500" cy="467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23"/>
          <p:cNvSpPr txBox="1"/>
          <p:nvPr/>
        </p:nvSpPr>
        <p:spPr>
          <a:xfrm>
            <a:off x="457200" y="1739900"/>
            <a:ext cx="87518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3"/>
          <p:cNvSpPr txBox="1"/>
          <p:nvPr/>
        </p:nvSpPr>
        <p:spPr>
          <a:xfrm rot="-5400000">
            <a:off x="6493668" y="3294856"/>
            <a:ext cx="50165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Aula3 - Organização e Arquitetura de Computadores I - Mozart Siqueira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/>
        </p:nvSpPr>
        <p:spPr>
          <a:xfrm>
            <a:off x="7162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685800" y="3429000"/>
            <a:ext cx="77724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Tahoma"/>
              <a:buNone/>
            </a:pPr>
            <a:r>
              <a:rPr b="1" i="0" lang="en-US" sz="32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Mapas de Veitch-Karnaugh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ahoma"/>
              <a:buNone/>
            </a:pPr>
            <a:r>
              <a:rPr b="1" i="0" lang="en-US" sz="2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Aula 2</a:t>
            </a:r>
            <a:br>
              <a:rPr b="1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pic>
        <p:nvPicPr>
          <p:cNvPr id="107" name="Google Shape;107;p1" title="Marca-Manual_Branca-Amare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950" y="278275"/>
            <a:ext cx="4765650" cy="21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13" name="Google Shape;113;p2"/>
          <p:cNvSpPr txBox="1"/>
          <p:nvPr>
            <p:ph type="title"/>
          </p:nvPr>
        </p:nvSpPr>
        <p:spPr>
          <a:xfrm>
            <a:off x="11430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Impact"/>
              <a:buNone/>
            </a:pPr>
            <a:r>
              <a:rPr b="0" i="0" lang="en-US" sz="3600" u="non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Introdução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1143000" y="1524000"/>
            <a:ext cx="7772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Os chamados </a:t>
            </a:r>
            <a:r>
              <a:rPr b="0" i="0" lang="en-US" sz="2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Mapas de Karnaugh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são uma ferramenta muito útil para minimização de expressões lógica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São uma representação gráfica de uma Tabela Verdade que os termos-produto possam ser combinados por inspeção visual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 tabela verdade, cada linha corresponde a uma condição de entrada e apresenta sua saída correspondente;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Nos mapas de Karnaugh a representação é diferente</a:t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981200" y="4938712"/>
            <a:ext cx="1533525" cy="1917700"/>
            <a:chOff x="1344" y="2543"/>
            <a:chExt cx="966" cy="1208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1344" y="2543"/>
              <a:ext cx="966" cy="1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   B   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0    0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0    1     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1    0    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1    1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</a:t>
              </a:r>
              <a:endParaRPr/>
            </a:p>
          </p:txBody>
        </p:sp>
        <p:cxnSp>
          <p:nvCxnSpPr>
            <p:cNvPr id="117" name="Google Shape;117;p2"/>
            <p:cNvCxnSpPr/>
            <p:nvPr/>
          </p:nvCxnSpPr>
          <p:spPr>
            <a:xfrm>
              <a:off x="1920" y="2544"/>
              <a:ext cx="0" cy="1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8" name="Google Shape;118;p2"/>
            <p:cNvCxnSpPr/>
            <p:nvPr/>
          </p:nvCxnSpPr>
          <p:spPr>
            <a:xfrm>
              <a:off x="1344" y="2800"/>
              <a:ext cx="96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119" name="Google Shape;119;p2"/>
          <p:cNvGrpSpPr/>
          <p:nvPr/>
        </p:nvGrpSpPr>
        <p:grpSpPr>
          <a:xfrm>
            <a:off x="5486400" y="5027612"/>
            <a:ext cx="1524000" cy="1487487"/>
            <a:chOff x="3408" y="2783"/>
            <a:chExt cx="960" cy="937"/>
          </a:xfrm>
        </p:grpSpPr>
        <p:sp>
          <p:nvSpPr>
            <p:cNvPr id="120" name="Google Shape;120;p2"/>
            <p:cNvSpPr txBox="1"/>
            <p:nvPr/>
          </p:nvSpPr>
          <p:spPr>
            <a:xfrm>
              <a:off x="3408" y="2927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3590" y="3153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3840" y="287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4128" y="287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3580" y="3431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3596" y="2783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3792" y="314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4080" y="314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4080" y="343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3792" y="343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0" name="Google Shape;130;p2"/>
            <p:cNvCxnSpPr/>
            <p:nvPr/>
          </p:nvCxnSpPr>
          <p:spPr>
            <a:xfrm rot="10800000">
              <a:off x="3464" y="2912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36" name="Google Shape;136;p3"/>
          <p:cNvSpPr txBox="1"/>
          <p:nvPr>
            <p:ph type="title"/>
          </p:nvPr>
        </p:nvSpPr>
        <p:spPr>
          <a:xfrm>
            <a:off x="1143000" y="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Montando o Mapa de Karnaugh</a:t>
            </a:r>
            <a:endParaRPr/>
          </a:p>
        </p:txBody>
      </p:sp>
      <p:sp>
        <p:nvSpPr>
          <p:cNvPr id="137" name="Google Shape;137;p3"/>
          <p:cNvSpPr txBox="1"/>
          <p:nvPr>
            <p:ph idx="1" type="body"/>
          </p:nvPr>
        </p:nvSpPr>
        <p:spPr>
          <a:xfrm>
            <a:off x="1066800" y="1371600"/>
            <a:ext cx="784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Cada Célula corresponde a uma condição de entrada;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saídas são identificadas dentro das células correspondentes;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disposição das células entre si facilita o </a:t>
            </a:r>
            <a:r>
              <a:rPr b="0" i="0" lang="en-US" sz="2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 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 </a:t>
            </a:r>
            <a:r>
              <a:rPr b="0" i="0" lang="en-US" sz="2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células adjacentes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 e Adjacência são dois conceito fundamentais para entendimento dos mapas do Karnaugh</a:t>
            </a: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43" name="Google Shape;143;p4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Montando o Mapa de Karnaugh (2)</a:t>
            </a:r>
            <a:endParaRPr/>
          </a:p>
        </p:txBody>
      </p:sp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990600" y="11430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en-US" sz="2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Adjacência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Duas células são adjacentes entre si, quando apenas uma e suas variáveis muda de valor</a:t>
            </a:r>
            <a:endParaRPr/>
          </a:p>
          <a:p>
            <a:pPr indent="-20955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Células AB=00 e AB=01 são adjacentes (só B muda o valor)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Células AB=00 e AB=10 são adjacentes (só A muda o valor)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Células AB=10 e AB=11 são adjacentes (só B muda o valor)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Células AB=01 e AB=11 são adjacentes (só A muda o valor)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AB=00 e AB=11 </a:t>
            </a:r>
            <a:r>
              <a:rPr b="0" i="0" lang="en-US" sz="20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são adjacentes (A e B mudam valor)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AB=10 e AB=01 </a:t>
            </a:r>
            <a:r>
              <a:rPr b="0" i="0" lang="en-US" sz="20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são adjacentes (A e B mudam valor)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mic Sans MS"/>
              <a:buNone/>
            </a:pPr>
            <a:r>
              <a:rPr b="0" i="0" lang="en-US" sz="2000" u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Obs.: A adjacência entre as células independe das SAÍDAS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5257800" y="2209800"/>
            <a:ext cx="346075" cy="4667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5257800" y="3086100"/>
            <a:ext cx="346075" cy="4667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3962400" y="2247900"/>
            <a:ext cx="12366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 = 00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3962400" y="3086100"/>
            <a:ext cx="12366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 = 10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6197600" y="3086100"/>
            <a:ext cx="12366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 = 11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230937" y="2247900"/>
            <a:ext cx="12366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 = 01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7502525" y="3086100"/>
            <a:ext cx="346075" cy="4667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7502525" y="2212975"/>
            <a:ext cx="346075" cy="4667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grpSp>
        <p:nvGrpSpPr>
          <p:cNvPr id="153" name="Google Shape;153;p4"/>
          <p:cNvGrpSpPr/>
          <p:nvPr/>
        </p:nvGrpSpPr>
        <p:grpSpPr>
          <a:xfrm>
            <a:off x="1720850" y="2044700"/>
            <a:ext cx="1555750" cy="1917700"/>
            <a:chOff x="1132" y="1288"/>
            <a:chExt cx="980" cy="1208"/>
          </a:xfrm>
        </p:grpSpPr>
        <p:sp>
          <p:nvSpPr>
            <p:cNvPr id="154" name="Google Shape;154;p4"/>
            <p:cNvSpPr txBox="1"/>
            <p:nvPr/>
          </p:nvSpPr>
          <p:spPr>
            <a:xfrm>
              <a:off x="1132" y="1288"/>
              <a:ext cx="980" cy="1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  B     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0    0     0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0    1     1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1    0     1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1    1     1  </a:t>
              </a:r>
              <a:endParaRPr/>
            </a:p>
          </p:txBody>
        </p:sp>
        <p:cxnSp>
          <p:nvCxnSpPr>
            <p:cNvPr id="155" name="Google Shape;155;p4"/>
            <p:cNvCxnSpPr/>
            <p:nvPr/>
          </p:nvCxnSpPr>
          <p:spPr>
            <a:xfrm>
              <a:off x="1132" y="1544"/>
              <a:ext cx="96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56" name="Google Shape;156;p4"/>
            <p:cNvCxnSpPr/>
            <p:nvPr/>
          </p:nvCxnSpPr>
          <p:spPr>
            <a:xfrm rot="10800000">
              <a:off x="1728" y="1376"/>
              <a:ext cx="0" cy="105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Montando o Mapa de Karnaugh (3)</a:t>
            </a:r>
            <a:endParaRPr/>
          </a:p>
        </p:txBody>
      </p:sp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990600" y="11430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en-US" sz="2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 o agrupamento de  células adjacentes, com </a:t>
            </a:r>
            <a:r>
              <a:rPr b="0" i="0" lang="en-US" sz="2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saídas iguais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do qual se pode extrair diretamente uma expressão booleana </a:t>
            </a:r>
            <a:r>
              <a:rPr b="0" i="0" lang="en-US" sz="2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simplificada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Essa simplificação advém do </a:t>
            </a:r>
            <a:r>
              <a:rPr b="0" i="0" lang="en-US" sz="20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teorema da absorção</a:t>
            </a: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. B + A . B’  =  A . ( B + B’ )  =  A . 1  =  A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A + B ) . ( A + B’ )  =  A + A . B’ +  A . B  =   A . ( 1 + B’ + B ) = A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Os valores que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têm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complemento </a:t>
            </a:r>
            <a:r>
              <a:rPr b="0" i="0" lang="en-US" sz="2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 aparece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no resultado, assim, num enlace entre duas células adjacentes, a variável que muda de valor, desaparece!</a:t>
            </a:r>
            <a:endParaRPr/>
          </a:p>
          <a:p>
            <a:pPr indent="-228600" lvl="0" marL="342900" rtl="0" algn="l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69" name="Google Shape;169;p6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Montando o Mapa de Karnaugh (4)</a:t>
            </a:r>
            <a:endParaRPr/>
          </a:p>
        </p:txBody>
      </p:sp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990600" y="11430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●"/>
            </a:pPr>
            <a:r>
              <a:rPr b="0" i="0" lang="en-US" sz="2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expressão de um enlace depende das saídas consideradas e das variáveis de entrada que não mudam de valor nas células: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Saída = 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cada enlace é um </a:t>
            </a:r>
            <a:r>
              <a:rPr b="0" i="0"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produto (AND)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entre as variáveis que não mudam de valor;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operação entre enlaces é uma </a:t>
            </a:r>
            <a:r>
              <a:rPr b="0" i="0"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soma (OR)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Saída = 0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cada enlace é uma </a:t>
            </a:r>
            <a:r>
              <a:rPr b="0" i="0"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soma (OR)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 as variáveis que não mudam de valor;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operação entre enlaces é um </a:t>
            </a:r>
            <a:r>
              <a:rPr b="0" i="0" lang="en-US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produto (AND)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1143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Obs.: Assim como a soma de produtos, normalmente usaremos a saída = 1 para montar o mapa.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76" name="Google Shape;176;p7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2 Variáveis</a:t>
            </a:r>
            <a:endParaRPr/>
          </a:p>
        </p:txBody>
      </p:sp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990600" y="11430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 formado por quatro células (2</a:t>
            </a:r>
            <a:r>
              <a:rPr b="0" baseline="3000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=4) dispostas da seguinte forma:</a:t>
            </a:r>
            <a:endParaRPr/>
          </a:p>
          <a:p>
            <a:pPr indent="-257175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Possibilidades de enlace: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0 - 1     1 - 3    2 - 3    0 - 2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 de 4 células: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0 - 1 - 3 - 2</a:t>
            </a:r>
            <a:endParaRPr/>
          </a:p>
        </p:txBody>
      </p:sp>
      <p:grpSp>
        <p:nvGrpSpPr>
          <p:cNvPr id="178" name="Google Shape;178;p7"/>
          <p:cNvGrpSpPr/>
          <p:nvPr/>
        </p:nvGrpSpPr>
        <p:grpSpPr>
          <a:xfrm>
            <a:off x="1295400" y="2146300"/>
            <a:ext cx="1524000" cy="1487487"/>
            <a:chOff x="2304" y="1343"/>
            <a:chExt cx="960" cy="937"/>
          </a:xfrm>
        </p:grpSpPr>
        <p:sp>
          <p:nvSpPr>
            <p:cNvPr id="179" name="Google Shape;179;p7"/>
            <p:cNvSpPr txBox="1"/>
            <p:nvPr/>
          </p:nvSpPr>
          <p:spPr>
            <a:xfrm>
              <a:off x="2304" y="1487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80" name="Google Shape;180;p7"/>
            <p:cNvSpPr txBox="1"/>
            <p:nvPr/>
          </p:nvSpPr>
          <p:spPr>
            <a:xfrm>
              <a:off x="2470" y="1713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2736" y="143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82" name="Google Shape;182;p7"/>
            <p:cNvSpPr txBox="1"/>
            <p:nvPr/>
          </p:nvSpPr>
          <p:spPr>
            <a:xfrm>
              <a:off x="3024" y="143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2476" y="1991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2452" y="1343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2688" y="170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2976" y="170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p7"/>
            <p:cNvSpPr txBox="1"/>
            <p:nvPr/>
          </p:nvSpPr>
          <p:spPr>
            <a:xfrm>
              <a:off x="2976" y="199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2688" y="199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9" name="Google Shape;189;p7"/>
            <p:cNvCxnSpPr/>
            <p:nvPr/>
          </p:nvCxnSpPr>
          <p:spPr>
            <a:xfrm rot="10800000">
              <a:off x="2360" y="1472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90" name="Google Shape;190;p7"/>
            <p:cNvSpPr txBox="1"/>
            <p:nvPr/>
          </p:nvSpPr>
          <p:spPr>
            <a:xfrm>
              <a:off x="2712" y="175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endParaRPr/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2976" y="175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2992" y="2030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</a:t>
              </a:r>
              <a:endParaRPr/>
            </a:p>
          </p:txBody>
        </p:sp>
        <p:sp>
          <p:nvSpPr>
            <p:cNvPr id="193" name="Google Shape;193;p7"/>
            <p:cNvSpPr txBox="1"/>
            <p:nvPr/>
          </p:nvSpPr>
          <p:spPr>
            <a:xfrm>
              <a:off x="2716" y="2030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</a:t>
              </a:r>
              <a:endParaRPr/>
            </a:p>
          </p:txBody>
        </p:sp>
      </p:grpSp>
      <p:sp>
        <p:nvSpPr>
          <p:cNvPr id="194" name="Google Shape;194;p7"/>
          <p:cNvSpPr txBox="1"/>
          <p:nvPr/>
        </p:nvSpPr>
        <p:spPr>
          <a:xfrm>
            <a:off x="3352800" y="2868612"/>
            <a:ext cx="435451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Obs.:Os números das células servem apenas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referenciá-las no texto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200" name="Google Shape;200;p8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2 Variáveis (2)</a:t>
            </a:r>
            <a:endParaRPr/>
          </a:p>
        </p:txBody>
      </p:sp>
      <p:sp>
        <p:nvSpPr>
          <p:cNvPr id="201" name="Google Shape;201;p8"/>
          <p:cNvSpPr txBox="1"/>
          <p:nvPr>
            <p:ph idx="1" type="body"/>
          </p:nvPr>
        </p:nvSpPr>
        <p:spPr>
          <a:xfrm>
            <a:off x="990600" y="11430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</p:txBody>
      </p:sp>
      <p:grpSp>
        <p:nvGrpSpPr>
          <p:cNvPr id="202" name="Google Shape;202;p8"/>
          <p:cNvGrpSpPr/>
          <p:nvPr/>
        </p:nvGrpSpPr>
        <p:grpSpPr>
          <a:xfrm>
            <a:off x="2944812" y="838200"/>
            <a:ext cx="5056187" cy="1917700"/>
            <a:chOff x="2095" y="720"/>
            <a:chExt cx="3185" cy="1208"/>
          </a:xfrm>
        </p:grpSpPr>
        <p:sp>
          <p:nvSpPr>
            <p:cNvPr id="203" name="Google Shape;203;p8"/>
            <p:cNvSpPr txBox="1"/>
            <p:nvPr/>
          </p:nvSpPr>
          <p:spPr>
            <a:xfrm>
              <a:off x="2095" y="720"/>
              <a:ext cx="3185" cy="1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  B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0    0      0       1         1       1       0      1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0    1      1       0         1       1       1      0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1    0      0       1         0       1       0      1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1    1      1       0         0       1       0      1</a:t>
              </a:r>
              <a:endParaRPr/>
            </a:p>
          </p:txBody>
        </p:sp>
        <p:cxnSp>
          <p:nvCxnSpPr>
            <p:cNvPr id="204" name="Google Shape;204;p8"/>
            <p:cNvCxnSpPr/>
            <p:nvPr/>
          </p:nvCxnSpPr>
          <p:spPr>
            <a:xfrm>
              <a:off x="2095" y="1000"/>
              <a:ext cx="3168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5" name="Google Shape;205;p8"/>
            <p:cNvCxnSpPr/>
            <p:nvPr/>
          </p:nvCxnSpPr>
          <p:spPr>
            <a:xfrm>
              <a:off x="2671" y="720"/>
              <a:ext cx="0" cy="115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206" name="Google Shape;206;p8"/>
          <p:cNvGrpSpPr/>
          <p:nvPr/>
        </p:nvGrpSpPr>
        <p:grpSpPr>
          <a:xfrm>
            <a:off x="947737" y="2895600"/>
            <a:ext cx="1719262" cy="1792287"/>
            <a:chOff x="597" y="1824"/>
            <a:chExt cx="1083" cy="1129"/>
          </a:xfrm>
        </p:grpSpPr>
        <p:sp>
          <p:nvSpPr>
            <p:cNvPr id="207" name="Google Shape;207;p8"/>
            <p:cNvSpPr txBox="1"/>
            <p:nvPr/>
          </p:nvSpPr>
          <p:spPr>
            <a:xfrm>
              <a:off x="720" y="2160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08" name="Google Shape;208;p8"/>
            <p:cNvSpPr txBox="1"/>
            <p:nvPr/>
          </p:nvSpPr>
          <p:spPr>
            <a:xfrm>
              <a:off x="886" y="238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9" name="Google Shape;209;p8"/>
            <p:cNvSpPr txBox="1"/>
            <p:nvPr/>
          </p:nvSpPr>
          <p:spPr>
            <a:xfrm>
              <a:off x="1152" y="211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1440" y="211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11" name="Google Shape;211;p8"/>
            <p:cNvSpPr txBox="1"/>
            <p:nvPr/>
          </p:nvSpPr>
          <p:spPr>
            <a:xfrm>
              <a:off x="892" y="266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924" y="2064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13" name="Google Shape;213;p8"/>
            <p:cNvSpPr txBox="1"/>
            <p:nvPr/>
          </p:nvSpPr>
          <p:spPr>
            <a:xfrm>
              <a:off x="1104" y="237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" name="Google Shape;214;p8"/>
            <p:cNvSpPr txBox="1"/>
            <p:nvPr/>
          </p:nvSpPr>
          <p:spPr>
            <a:xfrm>
              <a:off x="1392" y="237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1392" y="266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1104" y="266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7" name="Google Shape;217;p8"/>
            <p:cNvCxnSpPr/>
            <p:nvPr/>
          </p:nvCxnSpPr>
          <p:spPr>
            <a:xfrm rot="10800000">
              <a:off x="776" y="2145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18" name="Google Shape;218;p8"/>
            <p:cNvSpPr txBox="1"/>
            <p:nvPr/>
          </p:nvSpPr>
          <p:spPr>
            <a:xfrm>
              <a:off x="1128" y="242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1392" y="243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20" name="Google Shape;220;p8"/>
            <p:cNvSpPr txBox="1"/>
            <p:nvPr/>
          </p:nvSpPr>
          <p:spPr>
            <a:xfrm>
              <a:off x="1408" y="270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1132" y="269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97" y="1824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223" name="Google Shape;223;p8"/>
          <p:cNvGrpSpPr/>
          <p:nvPr/>
        </p:nvGrpSpPr>
        <p:grpSpPr>
          <a:xfrm>
            <a:off x="3352800" y="2895600"/>
            <a:ext cx="1719262" cy="1803400"/>
            <a:chOff x="2277" y="1792"/>
            <a:chExt cx="1083" cy="1136"/>
          </a:xfrm>
        </p:grpSpPr>
        <p:sp>
          <p:nvSpPr>
            <p:cNvPr id="224" name="Google Shape;224;p8"/>
            <p:cNvSpPr txBox="1"/>
            <p:nvPr/>
          </p:nvSpPr>
          <p:spPr>
            <a:xfrm>
              <a:off x="2400" y="2135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25" name="Google Shape;225;p8"/>
            <p:cNvSpPr txBox="1"/>
            <p:nvPr/>
          </p:nvSpPr>
          <p:spPr>
            <a:xfrm>
              <a:off x="2566" y="2361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26" name="Google Shape;226;p8"/>
            <p:cNvSpPr txBox="1"/>
            <p:nvPr/>
          </p:nvSpPr>
          <p:spPr>
            <a:xfrm>
              <a:off x="2832" y="208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3120" y="208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2572" y="263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29" name="Google Shape;229;p8"/>
            <p:cNvSpPr txBox="1"/>
            <p:nvPr/>
          </p:nvSpPr>
          <p:spPr>
            <a:xfrm>
              <a:off x="2588" y="2032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30" name="Google Shape;230;p8"/>
            <p:cNvSpPr txBox="1"/>
            <p:nvPr/>
          </p:nvSpPr>
          <p:spPr>
            <a:xfrm>
              <a:off x="2784" y="23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8"/>
            <p:cNvSpPr txBox="1"/>
            <p:nvPr/>
          </p:nvSpPr>
          <p:spPr>
            <a:xfrm>
              <a:off x="3072" y="23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3072" y="26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2784" y="26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4" name="Google Shape;234;p8"/>
            <p:cNvCxnSpPr/>
            <p:nvPr/>
          </p:nvCxnSpPr>
          <p:spPr>
            <a:xfrm rot="10800000">
              <a:off x="2456" y="2120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35" name="Google Shape;235;p8"/>
            <p:cNvSpPr txBox="1"/>
            <p:nvPr/>
          </p:nvSpPr>
          <p:spPr>
            <a:xfrm>
              <a:off x="2808" y="24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3072" y="24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8"/>
            <p:cNvSpPr txBox="1"/>
            <p:nvPr/>
          </p:nvSpPr>
          <p:spPr>
            <a:xfrm>
              <a:off x="3088" y="26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2812" y="26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2277" y="1792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240" name="Google Shape;240;p8"/>
          <p:cNvGrpSpPr/>
          <p:nvPr/>
        </p:nvGrpSpPr>
        <p:grpSpPr>
          <a:xfrm>
            <a:off x="6096000" y="2919412"/>
            <a:ext cx="1706562" cy="1779587"/>
            <a:chOff x="3965" y="1784"/>
            <a:chExt cx="1075" cy="1121"/>
          </a:xfrm>
        </p:grpSpPr>
        <p:sp>
          <p:nvSpPr>
            <p:cNvPr id="241" name="Google Shape;241;p8"/>
            <p:cNvSpPr txBox="1"/>
            <p:nvPr/>
          </p:nvSpPr>
          <p:spPr>
            <a:xfrm>
              <a:off x="4080" y="2112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4246" y="2338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4512" y="206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4800" y="206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4252" y="261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4276" y="2000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4464" y="232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4752" y="232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4752" y="261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4464" y="261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1" name="Google Shape;251;p8"/>
            <p:cNvCxnSpPr/>
            <p:nvPr/>
          </p:nvCxnSpPr>
          <p:spPr>
            <a:xfrm rot="10800000">
              <a:off x="4136" y="209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52" name="Google Shape;252;p8"/>
            <p:cNvSpPr txBox="1"/>
            <p:nvPr/>
          </p:nvSpPr>
          <p:spPr>
            <a:xfrm>
              <a:off x="4488" y="238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53" name="Google Shape;253;p8"/>
            <p:cNvSpPr txBox="1"/>
            <p:nvPr/>
          </p:nvSpPr>
          <p:spPr>
            <a:xfrm>
              <a:off x="4752" y="238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54" name="Google Shape;254;p8"/>
            <p:cNvSpPr txBox="1"/>
            <p:nvPr/>
          </p:nvSpPr>
          <p:spPr>
            <a:xfrm>
              <a:off x="4768" y="265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8"/>
            <p:cNvSpPr txBox="1"/>
            <p:nvPr/>
          </p:nvSpPr>
          <p:spPr>
            <a:xfrm>
              <a:off x="4492" y="265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" name="Google Shape;256;p8"/>
            <p:cNvSpPr txBox="1"/>
            <p:nvPr/>
          </p:nvSpPr>
          <p:spPr>
            <a:xfrm>
              <a:off x="3965" y="1784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257" name="Google Shape;257;p8"/>
          <p:cNvGrpSpPr/>
          <p:nvPr/>
        </p:nvGrpSpPr>
        <p:grpSpPr>
          <a:xfrm>
            <a:off x="6108700" y="4838700"/>
            <a:ext cx="1752600" cy="1828800"/>
            <a:chOff x="4080" y="3168"/>
            <a:chExt cx="1104" cy="1152"/>
          </a:xfrm>
        </p:grpSpPr>
        <p:sp>
          <p:nvSpPr>
            <p:cNvPr id="258" name="Google Shape;258;p8"/>
            <p:cNvSpPr txBox="1"/>
            <p:nvPr/>
          </p:nvSpPr>
          <p:spPr>
            <a:xfrm>
              <a:off x="4224" y="3527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59" name="Google Shape;259;p8"/>
            <p:cNvSpPr txBox="1"/>
            <p:nvPr/>
          </p:nvSpPr>
          <p:spPr>
            <a:xfrm>
              <a:off x="4390" y="3753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60" name="Google Shape;260;p8"/>
            <p:cNvSpPr txBox="1"/>
            <p:nvPr/>
          </p:nvSpPr>
          <p:spPr>
            <a:xfrm>
              <a:off x="4656" y="347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61" name="Google Shape;261;p8"/>
            <p:cNvSpPr txBox="1"/>
            <p:nvPr/>
          </p:nvSpPr>
          <p:spPr>
            <a:xfrm>
              <a:off x="4944" y="347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62" name="Google Shape;262;p8"/>
            <p:cNvSpPr txBox="1"/>
            <p:nvPr/>
          </p:nvSpPr>
          <p:spPr>
            <a:xfrm>
              <a:off x="4396" y="4031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63" name="Google Shape;263;p8"/>
            <p:cNvSpPr txBox="1"/>
            <p:nvPr/>
          </p:nvSpPr>
          <p:spPr>
            <a:xfrm>
              <a:off x="4372" y="3383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4" name="Google Shape;264;p8"/>
            <p:cNvSpPr txBox="1"/>
            <p:nvPr/>
          </p:nvSpPr>
          <p:spPr>
            <a:xfrm>
              <a:off x="4608" y="374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4896" y="374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" name="Google Shape;266;p8"/>
            <p:cNvSpPr txBox="1"/>
            <p:nvPr/>
          </p:nvSpPr>
          <p:spPr>
            <a:xfrm>
              <a:off x="4896" y="403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8"/>
            <p:cNvSpPr txBox="1"/>
            <p:nvPr/>
          </p:nvSpPr>
          <p:spPr>
            <a:xfrm>
              <a:off x="4608" y="403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8" name="Google Shape;268;p8"/>
            <p:cNvCxnSpPr/>
            <p:nvPr/>
          </p:nvCxnSpPr>
          <p:spPr>
            <a:xfrm rot="10800000">
              <a:off x="4280" y="3512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69" name="Google Shape;269;p8"/>
            <p:cNvSpPr txBox="1"/>
            <p:nvPr/>
          </p:nvSpPr>
          <p:spPr>
            <a:xfrm>
              <a:off x="4632" y="379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70" name="Google Shape;270;p8"/>
            <p:cNvSpPr txBox="1"/>
            <p:nvPr/>
          </p:nvSpPr>
          <p:spPr>
            <a:xfrm>
              <a:off x="4896" y="379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4912" y="4070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72" name="Google Shape;272;p8"/>
            <p:cNvSpPr txBox="1"/>
            <p:nvPr/>
          </p:nvSpPr>
          <p:spPr>
            <a:xfrm>
              <a:off x="4636" y="4070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73" name="Google Shape;273;p8"/>
            <p:cNvSpPr txBox="1"/>
            <p:nvPr/>
          </p:nvSpPr>
          <p:spPr>
            <a:xfrm>
              <a:off x="4080" y="3168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274" name="Google Shape;274;p8"/>
          <p:cNvGrpSpPr/>
          <p:nvPr/>
        </p:nvGrpSpPr>
        <p:grpSpPr>
          <a:xfrm>
            <a:off x="3386137" y="4813300"/>
            <a:ext cx="1795462" cy="1868487"/>
            <a:chOff x="2325" y="3072"/>
            <a:chExt cx="1131" cy="1177"/>
          </a:xfrm>
        </p:grpSpPr>
        <p:sp>
          <p:nvSpPr>
            <p:cNvPr id="275" name="Google Shape;275;p8"/>
            <p:cNvSpPr txBox="1"/>
            <p:nvPr/>
          </p:nvSpPr>
          <p:spPr>
            <a:xfrm>
              <a:off x="2496" y="3456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76" name="Google Shape;276;p8"/>
            <p:cNvSpPr txBox="1"/>
            <p:nvPr/>
          </p:nvSpPr>
          <p:spPr>
            <a:xfrm>
              <a:off x="2662" y="36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77" name="Google Shape;277;p8"/>
            <p:cNvSpPr txBox="1"/>
            <p:nvPr/>
          </p:nvSpPr>
          <p:spPr>
            <a:xfrm>
              <a:off x="2928" y="3408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78" name="Google Shape;278;p8"/>
            <p:cNvSpPr txBox="1"/>
            <p:nvPr/>
          </p:nvSpPr>
          <p:spPr>
            <a:xfrm>
              <a:off x="3216" y="3408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79" name="Google Shape;279;p8"/>
            <p:cNvSpPr txBox="1"/>
            <p:nvPr/>
          </p:nvSpPr>
          <p:spPr>
            <a:xfrm>
              <a:off x="2668" y="3960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80" name="Google Shape;280;p8"/>
            <p:cNvSpPr txBox="1"/>
            <p:nvPr/>
          </p:nvSpPr>
          <p:spPr>
            <a:xfrm>
              <a:off x="2644" y="3312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81" name="Google Shape;281;p8"/>
            <p:cNvSpPr txBox="1"/>
            <p:nvPr/>
          </p:nvSpPr>
          <p:spPr>
            <a:xfrm>
              <a:off x="2880" y="367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8"/>
            <p:cNvSpPr txBox="1"/>
            <p:nvPr/>
          </p:nvSpPr>
          <p:spPr>
            <a:xfrm>
              <a:off x="3168" y="367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p8"/>
            <p:cNvSpPr txBox="1"/>
            <p:nvPr/>
          </p:nvSpPr>
          <p:spPr>
            <a:xfrm>
              <a:off x="3168" y="396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8"/>
            <p:cNvSpPr txBox="1"/>
            <p:nvPr/>
          </p:nvSpPr>
          <p:spPr>
            <a:xfrm>
              <a:off x="2880" y="396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5" name="Google Shape;285;p8"/>
            <p:cNvCxnSpPr/>
            <p:nvPr/>
          </p:nvCxnSpPr>
          <p:spPr>
            <a:xfrm rot="10800000">
              <a:off x="2552" y="3441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86" name="Google Shape;286;p8"/>
            <p:cNvSpPr txBox="1"/>
            <p:nvPr/>
          </p:nvSpPr>
          <p:spPr>
            <a:xfrm>
              <a:off x="2904" y="3723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7" name="Google Shape;287;p8"/>
            <p:cNvSpPr txBox="1"/>
            <p:nvPr/>
          </p:nvSpPr>
          <p:spPr>
            <a:xfrm>
              <a:off x="3168" y="3727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288" name="Google Shape;288;p8"/>
            <p:cNvSpPr txBox="1"/>
            <p:nvPr/>
          </p:nvSpPr>
          <p:spPr>
            <a:xfrm>
              <a:off x="3184" y="399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" name="Google Shape;289;p8"/>
            <p:cNvSpPr txBox="1"/>
            <p:nvPr/>
          </p:nvSpPr>
          <p:spPr>
            <a:xfrm>
              <a:off x="2908" y="399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8"/>
            <p:cNvSpPr txBox="1"/>
            <p:nvPr/>
          </p:nvSpPr>
          <p:spPr>
            <a:xfrm>
              <a:off x="2325" y="3072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291" name="Google Shape;291;p8"/>
          <p:cNvGrpSpPr/>
          <p:nvPr/>
        </p:nvGrpSpPr>
        <p:grpSpPr>
          <a:xfrm>
            <a:off x="985837" y="4800600"/>
            <a:ext cx="1668462" cy="1868487"/>
            <a:chOff x="533" y="3024"/>
            <a:chExt cx="1051" cy="1177"/>
          </a:xfrm>
        </p:grpSpPr>
        <p:sp>
          <p:nvSpPr>
            <p:cNvPr id="292" name="Google Shape;292;p8"/>
            <p:cNvSpPr txBox="1"/>
            <p:nvPr/>
          </p:nvSpPr>
          <p:spPr>
            <a:xfrm>
              <a:off x="624" y="3408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790" y="363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1056" y="3360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95" name="Google Shape;295;p8"/>
            <p:cNvSpPr txBox="1"/>
            <p:nvPr/>
          </p:nvSpPr>
          <p:spPr>
            <a:xfrm>
              <a:off x="1344" y="3360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96" name="Google Shape;296;p8"/>
            <p:cNvSpPr txBox="1"/>
            <p:nvPr/>
          </p:nvSpPr>
          <p:spPr>
            <a:xfrm>
              <a:off x="796" y="391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772" y="3264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98" name="Google Shape;298;p8"/>
            <p:cNvSpPr txBox="1"/>
            <p:nvPr/>
          </p:nvSpPr>
          <p:spPr>
            <a:xfrm>
              <a:off x="1008" y="362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9" name="Google Shape;299;p8"/>
            <p:cNvSpPr txBox="1"/>
            <p:nvPr/>
          </p:nvSpPr>
          <p:spPr>
            <a:xfrm>
              <a:off x="1296" y="362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" name="Google Shape;300;p8"/>
            <p:cNvSpPr txBox="1"/>
            <p:nvPr/>
          </p:nvSpPr>
          <p:spPr>
            <a:xfrm>
              <a:off x="1296" y="391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" name="Google Shape;301;p8"/>
            <p:cNvSpPr txBox="1"/>
            <p:nvPr/>
          </p:nvSpPr>
          <p:spPr>
            <a:xfrm>
              <a:off x="1008" y="391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2" name="Google Shape;302;p8"/>
            <p:cNvCxnSpPr/>
            <p:nvPr/>
          </p:nvCxnSpPr>
          <p:spPr>
            <a:xfrm rot="10800000">
              <a:off x="680" y="339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3" name="Google Shape;303;p8"/>
            <p:cNvSpPr txBox="1"/>
            <p:nvPr/>
          </p:nvSpPr>
          <p:spPr>
            <a:xfrm>
              <a:off x="1032" y="367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04" name="Google Shape;304;p8"/>
            <p:cNvSpPr txBox="1"/>
            <p:nvPr/>
          </p:nvSpPr>
          <p:spPr>
            <a:xfrm>
              <a:off x="1296" y="367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05" name="Google Shape;305;p8"/>
            <p:cNvSpPr txBox="1"/>
            <p:nvPr/>
          </p:nvSpPr>
          <p:spPr>
            <a:xfrm>
              <a:off x="1312" y="395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1036" y="395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07" name="Google Shape;307;p8"/>
            <p:cNvSpPr txBox="1"/>
            <p:nvPr/>
          </p:nvSpPr>
          <p:spPr>
            <a:xfrm>
              <a:off x="533" y="3024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sp>
        <p:nvSpPr>
          <p:cNvPr id="308" name="Google Shape;308;p8"/>
          <p:cNvSpPr txBox="1"/>
          <p:nvPr/>
        </p:nvSpPr>
        <p:spPr>
          <a:xfrm>
            <a:off x="990600" y="2819400"/>
            <a:ext cx="7772400" cy="3962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" name="Google Shape;309;p8"/>
          <p:cNvCxnSpPr/>
          <p:nvPr/>
        </p:nvCxnSpPr>
        <p:spPr>
          <a:xfrm>
            <a:off x="6019800" y="2819400"/>
            <a:ext cx="0" cy="4038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0" name="Google Shape;310;p8"/>
          <p:cNvCxnSpPr/>
          <p:nvPr/>
        </p:nvCxnSpPr>
        <p:spPr>
          <a:xfrm>
            <a:off x="3352800" y="2814637"/>
            <a:ext cx="0" cy="4038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1" name="Google Shape;311;p8"/>
          <p:cNvCxnSpPr/>
          <p:nvPr/>
        </p:nvCxnSpPr>
        <p:spPr>
          <a:xfrm>
            <a:off x="990600" y="4800600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2" name="Google Shape;312;p8"/>
          <p:cNvSpPr/>
          <p:nvPr/>
        </p:nvSpPr>
        <p:spPr>
          <a:xfrm>
            <a:off x="2235200" y="3695700"/>
            <a:ext cx="381000" cy="1066800"/>
          </a:xfrm>
          <a:prstGeom prst="ellipse">
            <a:avLst/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191000" y="3657600"/>
            <a:ext cx="381000" cy="1066800"/>
          </a:xfrm>
          <a:prstGeom prst="ellipse">
            <a:avLst/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870700" y="3784600"/>
            <a:ext cx="990600" cy="457200"/>
          </a:xfrm>
          <a:prstGeom prst="ellipse">
            <a:avLst/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1676400" y="5791200"/>
            <a:ext cx="990600" cy="838200"/>
          </a:xfrm>
          <a:prstGeom prst="ellipse">
            <a:avLst/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660900" y="5740400"/>
            <a:ext cx="533400" cy="533400"/>
          </a:xfrm>
          <a:prstGeom prst="ellipse">
            <a:avLst/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858000" y="5715000"/>
            <a:ext cx="533400" cy="990600"/>
          </a:xfrm>
          <a:prstGeom prst="ellipse">
            <a:avLst/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6858000" y="6248400"/>
            <a:ext cx="990600" cy="457200"/>
          </a:xfrm>
          <a:prstGeom prst="ellipse">
            <a:avLst/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324" name="Google Shape;324;p9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2 Variáveis (3)</a:t>
            </a:r>
            <a:endParaRPr/>
          </a:p>
        </p:txBody>
      </p:sp>
      <p:sp>
        <p:nvSpPr>
          <p:cNvPr id="325" name="Google Shape;325;p9"/>
          <p:cNvSpPr txBox="1"/>
          <p:nvPr>
            <p:ph idx="1" type="body"/>
          </p:nvPr>
        </p:nvSpPr>
        <p:spPr>
          <a:xfrm>
            <a:off x="990600" y="1143000"/>
            <a:ext cx="8001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</p:txBody>
      </p:sp>
      <p:grpSp>
        <p:nvGrpSpPr>
          <p:cNvPr id="326" name="Google Shape;326;p9"/>
          <p:cNvGrpSpPr/>
          <p:nvPr/>
        </p:nvGrpSpPr>
        <p:grpSpPr>
          <a:xfrm>
            <a:off x="2944812" y="838200"/>
            <a:ext cx="5056187" cy="1917700"/>
            <a:chOff x="2095" y="720"/>
            <a:chExt cx="3185" cy="1208"/>
          </a:xfrm>
        </p:grpSpPr>
        <p:sp>
          <p:nvSpPr>
            <p:cNvPr id="327" name="Google Shape;327;p9"/>
            <p:cNvSpPr txBox="1"/>
            <p:nvPr/>
          </p:nvSpPr>
          <p:spPr>
            <a:xfrm>
              <a:off x="2095" y="720"/>
              <a:ext cx="3185" cy="1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  B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0    0      1       0         1       1       1      0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   1      1       1         0       0       x     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1    0      1       1         1       0       0      0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1    1      0       1         1       1       1      0</a:t>
              </a:r>
              <a:endParaRPr/>
            </a:p>
          </p:txBody>
        </p:sp>
        <p:cxnSp>
          <p:nvCxnSpPr>
            <p:cNvPr id="328" name="Google Shape;328;p9"/>
            <p:cNvCxnSpPr/>
            <p:nvPr/>
          </p:nvCxnSpPr>
          <p:spPr>
            <a:xfrm>
              <a:off x="2095" y="1000"/>
              <a:ext cx="3168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2671" y="720"/>
              <a:ext cx="0" cy="115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330" name="Google Shape;330;p9"/>
          <p:cNvGrpSpPr/>
          <p:nvPr/>
        </p:nvGrpSpPr>
        <p:grpSpPr>
          <a:xfrm>
            <a:off x="947737" y="2895600"/>
            <a:ext cx="1728787" cy="1795462"/>
            <a:chOff x="597" y="1824"/>
            <a:chExt cx="1089" cy="1131"/>
          </a:xfrm>
        </p:grpSpPr>
        <p:sp>
          <p:nvSpPr>
            <p:cNvPr id="331" name="Google Shape;331;p9"/>
            <p:cNvSpPr txBox="1"/>
            <p:nvPr/>
          </p:nvSpPr>
          <p:spPr>
            <a:xfrm>
              <a:off x="886" y="2386"/>
              <a:ext cx="32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A’ </a:t>
              </a:r>
              <a:endParaRPr/>
            </a:p>
          </p:txBody>
        </p:sp>
        <p:sp>
          <p:nvSpPr>
            <p:cNvPr id="332" name="Google Shape;332;p9"/>
            <p:cNvSpPr txBox="1"/>
            <p:nvPr/>
          </p:nvSpPr>
          <p:spPr>
            <a:xfrm>
              <a:off x="1152" y="2112"/>
              <a:ext cx="33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B’ </a:t>
              </a:r>
              <a:endParaRPr/>
            </a:p>
          </p:txBody>
        </p:sp>
        <p:sp>
          <p:nvSpPr>
            <p:cNvPr id="333" name="Google Shape;333;p9"/>
            <p:cNvSpPr txBox="1"/>
            <p:nvPr/>
          </p:nvSpPr>
          <p:spPr>
            <a:xfrm>
              <a:off x="1440" y="2112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892" y="2664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35" name="Google Shape;335;p9"/>
            <p:cNvSpPr txBox="1"/>
            <p:nvPr/>
          </p:nvSpPr>
          <p:spPr>
            <a:xfrm>
              <a:off x="924" y="2064"/>
              <a:ext cx="11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9"/>
            <p:cNvSpPr txBox="1"/>
            <p:nvPr/>
          </p:nvSpPr>
          <p:spPr>
            <a:xfrm>
              <a:off x="1104" y="237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1392" y="237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1392" y="266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p9"/>
            <p:cNvSpPr txBox="1"/>
            <p:nvPr/>
          </p:nvSpPr>
          <p:spPr>
            <a:xfrm>
              <a:off x="1104" y="266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0" name="Google Shape;340;p9"/>
            <p:cNvCxnSpPr/>
            <p:nvPr/>
          </p:nvCxnSpPr>
          <p:spPr>
            <a:xfrm rot="10800000">
              <a:off x="776" y="2145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41" name="Google Shape;341;p9"/>
            <p:cNvSpPr txBox="1"/>
            <p:nvPr/>
          </p:nvSpPr>
          <p:spPr>
            <a:xfrm>
              <a:off x="1128" y="2431"/>
              <a:ext cx="22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x</a:t>
              </a:r>
              <a:endParaRPr/>
            </a:p>
          </p:txBody>
        </p:sp>
        <p:sp>
          <p:nvSpPr>
            <p:cNvPr id="342" name="Google Shape;342;p9"/>
            <p:cNvSpPr txBox="1"/>
            <p:nvPr/>
          </p:nvSpPr>
          <p:spPr>
            <a:xfrm>
              <a:off x="1392" y="2431"/>
              <a:ext cx="197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343" name="Google Shape;343;p9"/>
            <p:cNvSpPr txBox="1"/>
            <p:nvPr/>
          </p:nvSpPr>
          <p:spPr>
            <a:xfrm>
              <a:off x="1408" y="269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p9"/>
            <p:cNvSpPr txBox="1"/>
            <p:nvPr/>
          </p:nvSpPr>
          <p:spPr>
            <a:xfrm>
              <a:off x="1132" y="2703"/>
              <a:ext cx="197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345" name="Google Shape;345;p9"/>
            <p:cNvSpPr txBox="1"/>
            <p:nvPr/>
          </p:nvSpPr>
          <p:spPr>
            <a:xfrm>
              <a:off x="597" y="1824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346" name="Google Shape;346;p9"/>
          <p:cNvGrpSpPr/>
          <p:nvPr/>
        </p:nvGrpSpPr>
        <p:grpSpPr>
          <a:xfrm>
            <a:off x="3352800" y="2895600"/>
            <a:ext cx="1719262" cy="1803400"/>
            <a:chOff x="2277" y="1792"/>
            <a:chExt cx="1083" cy="1136"/>
          </a:xfrm>
        </p:grpSpPr>
        <p:sp>
          <p:nvSpPr>
            <p:cNvPr id="347" name="Google Shape;347;p9"/>
            <p:cNvSpPr txBox="1"/>
            <p:nvPr/>
          </p:nvSpPr>
          <p:spPr>
            <a:xfrm>
              <a:off x="2400" y="2135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48" name="Google Shape;348;p9"/>
            <p:cNvSpPr txBox="1"/>
            <p:nvPr/>
          </p:nvSpPr>
          <p:spPr>
            <a:xfrm>
              <a:off x="2566" y="2361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49" name="Google Shape;349;p9"/>
            <p:cNvSpPr txBox="1"/>
            <p:nvPr/>
          </p:nvSpPr>
          <p:spPr>
            <a:xfrm>
              <a:off x="2832" y="208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50" name="Google Shape;350;p9"/>
            <p:cNvSpPr txBox="1"/>
            <p:nvPr/>
          </p:nvSpPr>
          <p:spPr>
            <a:xfrm>
              <a:off x="3120" y="208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51" name="Google Shape;351;p9"/>
            <p:cNvSpPr txBox="1"/>
            <p:nvPr/>
          </p:nvSpPr>
          <p:spPr>
            <a:xfrm>
              <a:off x="2572" y="263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52" name="Google Shape;352;p9"/>
            <p:cNvSpPr txBox="1"/>
            <p:nvPr/>
          </p:nvSpPr>
          <p:spPr>
            <a:xfrm>
              <a:off x="2588" y="2032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353" name="Google Shape;353;p9"/>
            <p:cNvSpPr txBox="1"/>
            <p:nvPr/>
          </p:nvSpPr>
          <p:spPr>
            <a:xfrm>
              <a:off x="2784" y="23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p9"/>
            <p:cNvSpPr txBox="1"/>
            <p:nvPr/>
          </p:nvSpPr>
          <p:spPr>
            <a:xfrm>
              <a:off x="3072" y="23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p9"/>
            <p:cNvSpPr txBox="1"/>
            <p:nvPr/>
          </p:nvSpPr>
          <p:spPr>
            <a:xfrm>
              <a:off x="3072" y="26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9"/>
            <p:cNvSpPr txBox="1"/>
            <p:nvPr/>
          </p:nvSpPr>
          <p:spPr>
            <a:xfrm>
              <a:off x="2784" y="26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57" name="Google Shape;357;p9"/>
            <p:cNvCxnSpPr/>
            <p:nvPr/>
          </p:nvCxnSpPr>
          <p:spPr>
            <a:xfrm rot="10800000">
              <a:off x="2456" y="2120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58" name="Google Shape;358;p9"/>
            <p:cNvSpPr txBox="1"/>
            <p:nvPr/>
          </p:nvSpPr>
          <p:spPr>
            <a:xfrm>
              <a:off x="2808" y="24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p9"/>
            <p:cNvSpPr txBox="1"/>
            <p:nvPr/>
          </p:nvSpPr>
          <p:spPr>
            <a:xfrm>
              <a:off x="3072" y="24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60" name="Google Shape;360;p9"/>
            <p:cNvSpPr txBox="1"/>
            <p:nvPr/>
          </p:nvSpPr>
          <p:spPr>
            <a:xfrm>
              <a:off x="3088" y="26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61" name="Google Shape;361;p9"/>
            <p:cNvSpPr txBox="1"/>
            <p:nvPr/>
          </p:nvSpPr>
          <p:spPr>
            <a:xfrm>
              <a:off x="2812" y="26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62" name="Google Shape;362;p9"/>
            <p:cNvSpPr txBox="1"/>
            <p:nvPr/>
          </p:nvSpPr>
          <p:spPr>
            <a:xfrm>
              <a:off x="2277" y="1792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363" name="Google Shape;363;p9"/>
          <p:cNvGrpSpPr/>
          <p:nvPr/>
        </p:nvGrpSpPr>
        <p:grpSpPr>
          <a:xfrm>
            <a:off x="6096000" y="2919412"/>
            <a:ext cx="1706562" cy="1779587"/>
            <a:chOff x="3965" y="1784"/>
            <a:chExt cx="1075" cy="1121"/>
          </a:xfrm>
        </p:grpSpPr>
        <p:sp>
          <p:nvSpPr>
            <p:cNvPr id="364" name="Google Shape;364;p9"/>
            <p:cNvSpPr txBox="1"/>
            <p:nvPr/>
          </p:nvSpPr>
          <p:spPr>
            <a:xfrm>
              <a:off x="4080" y="2112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65" name="Google Shape;365;p9"/>
            <p:cNvSpPr txBox="1"/>
            <p:nvPr/>
          </p:nvSpPr>
          <p:spPr>
            <a:xfrm>
              <a:off x="4246" y="2338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66" name="Google Shape;366;p9"/>
            <p:cNvSpPr txBox="1"/>
            <p:nvPr/>
          </p:nvSpPr>
          <p:spPr>
            <a:xfrm>
              <a:off x="4512" y="206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67" name="Google Shape;367;p9"/>
            <p:cNvSpPr txBox="1"/>
            <p:nvPr/>
          </p:nvSpPr>
          <p:spPr>
            <a:xfrm>
              <a:off x="4800" y="206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68" name="Google Shape;368;p9"/>
            <p:cNvSpPr txBox="1"/>
            <p:nvPr/>
          </p:nvSpPr>
          <p:spPr>
            <a:xfrm>
              <a:off x="4252" y="2616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69" name="Google Shape;369;p9"/>
            <p:cNvSpPr txBox="1"/>
            <p:nvPr/>
          </p:nvSpPr>
          <p:spPr>
            <a:xfrm>
              <a:off x="4276" y="2000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370" name="Google Shape;370;p9"/>
            <p:cNvSpPr txBox="1"/>
            <p:nvPr/>
          </p:nvSpPr>
          <p:spPr>
            <a:xfrm>
              <a:off x="4464" y="232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" name="Google Shape;371;p9"/>
            <p:cNvSpPr txBox="1"/>
            <p:nvPr/>
          </p:nvSpPr>
          <p:spPr>
            <a:xfrm>
              <a:off x="4752" y="232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" name="Google Shape;372;p9"/>
            <p:cNvSpPr txBox="1"/>
            <p:nvPr/>
          </p:nvSpPr>
          <p:spPr>
            <a:xfrm>
              <a:off x="4752" y="261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3" name="Google Shape;373;p9"/>
            <p:cNvSpPr txBox="1"/>
            <p:nvPr/>
          </p:nvSpPr>
          <p:spPr>
            <a:xfrm>
              <a:off x="4464" y="261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4" name="Google Shape;374;p9"/>
            <p:cNvCxnSpPr/>
            <p:nvPr/>
          </p:nvCxnSpPr>
          <p:spPr>
            <a:xfrm rot="10800000">
              <a:off x="4136" y="209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75" name="Google Shape;375;p9"/>
            <p:cNvSpPr txBox="1"/>
            <p:nvPr/>
          </p:nvSpPr>
          <p:spPr>
            <a:xfrm>
              <a:off x="4488" y="238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76" name="Google Shape;376;p9"/>
            <p:cNvSpPr txBox="1"/>
            <p:nvPr/>
          </p:nvSpPr>
          <p:spPr>
            <a:xfrm>
              <a:off x="4752" y="237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p9"/>
            <p:cNvSpPr txBox="1"/>
            <p:nvPr/>
          </p:nvSpPr>
          <p:spPr>
            <a:xfrm>
              <a:off x="4768" y="265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78" name="Google Shape;378;p9"/>
            <p:cNvSpPr txBox="1"/>
            <p:nvPr/>
          </p:nvSpPr>
          <p:spPr>
            <a:xfrm>
              <a:off x="4492" y="265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79" name="Google Shape;379;p9"/>
            <p:cNvSpPr txBox="1"/>
            <p:nvPr/>
          </p:nvSpPr>
          <p:spPr>
            <a:xfrm>
              <a:off x="3965" y="1784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380" name="Google Shape;380;p9"/>
          <p:cNvGrpSpPr/>
          <p:nvPr/>
        </p:nvGrpSpPr>
        <p:grpSpPr>
          <a:xfrm>
            <a:off x="6108700" y="4838700"/>
            <a:ext cx="1752600" cy="1828800"/>
            <a:chOff x="4080" y="3168"/>
            <a:chExt cx="1104" cy="1152"/>
          </a:xfrm>
        </p:grpSpPr>
        <p:sp>
          <p:nvSpPr>
            <p:cNvPr id="381" name="Google Shape;381;p9"/>
            <p:cNvSpPr txBox="1"/>
            <p:nvPr/>
          </p:nvSpPr>
          <p:spPr>
            <a:xfrm>
              <a:off x="4224" y="3527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82" name="Google Shape;382;p9"/>
            <p:cNvSpPr txBox="1"/>
            <p:nvPr/>
          </p:nvSpPr>
          <p:spPr>
            <a:xfrm>
              <a:off x="4390" y="3753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83" name="Google Shape;383;p9"/>
            <p:cNvSpPr txBox="1"/>
            <p:nvPr/>
          </p:nvSpPr>
          <p:spPr>
            <a:xfrm>
              <a:off x="4656" y="347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84" name="Google Shape;384;p9"/>
            <p:cNvSpPr txBox="1"/>
            <p:nvPr/>
          </p:nvSpPr>
          <p:spPr>
            <a:xfrm>
              <a:off x="4944" y="347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85" name="Google Shape;385;p9"/>
            <p:cNvSpPr txBox="1"/>
            <p:nvPr/>
          </p:nvSpPr>
          <p:spPr>
            <a:xfrm>
              <a:off x="4396" y="4031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86" name="Google Shape;386;p9"/>
            <p:cNvSpPr txBox="1"/>
            <p:nvPr/>
          </p:nvSpPr>
          <p:spPr>
            <a:xfrm>
              <a:off x="4372" y="3383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387" name="Google Shape;387;p9"/>
            <p:cNvSpPr txBox="1"/>
            <p:nvPr/>
          </p:nvSpPr>
          <p:spPr>
            <a:xfrm>
              <a:off x="4608" y="374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p9"/>
            <p:cNvSpPr txBox="1"/>
            <p:nvPr/>
          </p:nvSpPr>
          <p:spPr>
            <a:xfrm>
              <a:off x="4896" y="374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p9"/>
            <p:cNvSpPr txBox="1"/>
            <p:nvPr/>
          </p:nvSpPr>
          <p:spPr>
            <a:xfrm>
              <a:off x="4896" y="403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" name="Google Shape;390;p9"/>
            <p:cNvSpPr txBox="1"/>
            <p:nvPr/>
          </p:nvSpPr>
          <p:spPr>
            <a:xfrm>
              <a:off x="4608" y="403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1" name="Google Shape;391;p9"/>
            <p:cNvCxnSpPr/>
            <p:nvPr/>
          </p:nvCxnSpPr>
          <p:spPr>
            <a:xfrm rot="10800000">
              <a:off x="4280" y="3512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92" name="Google Shape;392;p9"/>
            <p:cNvSpPr txBox="1"/>
            <p:nvPr/>
          </p:nvSpPr>
          <p:spPr>
            <a:xfrm>
              <a:off x="4632" y="379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3" name="Google Shape;393;p9"/>
            <p:cNvSpPr txBox="1"/>
            <p:nvPr/>
          </p:nvSpPr>
          <p:spPr>
            <a:xfrm>
              <a:off x="4896" y="379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394" name="Google Shape;394;p9"/>
            <p:cNvSpPr txBox="1"/>
            <p:nvPr/>
          </p:nvSpPr>
          <p:spPr>
            <a:xfrm>
              <a:off x="4912" y="4066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5" name="Google Shape;395;p9"/>
            <p:cNvSpPr txBox="1"/>
            <p:nvPr/>
          </p:nvSpPr>
          <p:spPr>
            <a:xfrm>
              <a:off x="4636" y="4066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6" name="Google Shape;396;p9"/>
            <p:cNvSpPr txBox="1"/>
            <p:nvPr/>
          </p:nvSpPr>
          <p:spPr>
            <a:xfrm>
              <a:off x="4080" y="3168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3386137" y="4813300"/>
            <a:ext cx="1795462" cy="1868487"/>
            <a:chOff x="2325" y="3072"/>
            <a:chExt cx="1131" cy="1177"/>
          </a:xfrm>
        </p:grpSpPr>
        <p:sp>
          <p:nvSpPr>
            <p:cNvPr id="398" name="Google Shape;398;p9"/>
            <p:cNvSpPr txBox="1"/>
            <p:nvPr/>
          </p:nvSpPr>
          <p:spPr>
            <a:xfrm>
              <a:off x="2496" y="3456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2662" y="36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00" name="Google Shape;400;p9"/>
            <p:cNvSpPr txBox="1"/>
            <p:nvPr/>
          </p:nvSpPr>
          <p:spPr>
            <a:xfrm>
              <a:off x="2928" y="3408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01" name="Google Shape;401;p9"/>
            <p:cNvSpPr txBox="1"/>
            <p:nvPr/>
          </p:nvSpPr>
          <p:spPr>
            <a:xfrm>
              <a:off x="3216" y="3408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02" name="Google Shape;402;p9"/>
            <p:cNvSpPr txBox="1"/>
            <p:nvPr/>
          </p:nvSpPr>
          <p:spPr>
            <a:xfrm>
              <a:off x="2668" y="3960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03" name="Google Shape;403;p9"/>
            <p:cNvSpPr txBox="1"/>
            <p:nvPr/>
          </p:nvSpPr>
          <p:spPr>
            <a:xfrm>
              <a:off x="2644" y="3312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2880" y="367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p9"/>
            <p:cNvSpPr txBox="1"/>
            <p:nvPr/>
          </p:nvSpPr>
          <p:spPr>
            <a:xfrm>
              <a:off x="3168" y="367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3168" y="396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9"/>
            <p:cNvSpPr txBox="1"/>
            <p:nvPr/>
          </p:nvSpPr>
          <p:spPr>
            <a:xfrm>
              <a:off x="2880" y="396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8" name="Google Shape;408;p9"/>
            <p:cNvCxnSpPr/>
            <p:nvPr/>
          </p:nvCxnSpPr>
          <p:spPr>
            <a:xfrm rot="10800000">
              <a:off x="2552" y="3441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09" name="Google Shape;409;p9"/>
            <p:cNvSpPr txBox="1"/>
            <p:nvPr/>
          </p:nvSpPr>
          <p:spPr>
            <a:xfrm>
              <a:off x="2904" y="3727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410" name="Google Shape;410;p9"/>
            <p:cNvSpPr txBox="1"/>
            <p:nvPr/>
          </p:nvSpPr>
          <p:spPr>
            <a:xfrm>
              <a:off x="3168" y="3727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x</a:t>
              </a:r>
              <a:endParaRPr/>
            </a:p>
          </p:txBody>
        </p:sp>
        <p:sp>
          <p:nvSpPr>
            <p:cNvPr id="411" name="Google Shape;411;p9"/>
            <p:cNvSpPr txBox="1"/>
            <p:nvPr/>
          </p:nvSpPr>
          <p:spPr>
            <a:xfrm>
              <a:off x="3184" y="399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412" name="Google Shape;412;p9"/>
            <p:cNvSpPr txBox="1"/>
            <p:nvPr/>
          </p:nvSpPr>
          <p:spPr>
            <a:xfrm>
              <a:off x="2908" y="399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9"/>
            <p:cNvSpPr txBox="1"/>
            <p:nvPr/>
          </p:nvSpPr>
          <p:spPr>
            <a:xfrm>
              <a:off x="2325" y="3072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grpSp>
        <p:nvGrpSpPr>
          <p:cNvPr id="414" name="Google Shape;414;p9"/>
          <p:cNvGrpSpPr/>
          <p:nvPr/>
        </p:nvGrpSpPr>
        <p:grpSpPr>
          <a:xfrm>
            <a:off x="985837" y="4800600"/>
            <a:ext cx="1668462" cy="1868487"/>
            <a:chOff x="533" y="3024"/>
            <a:chExt cx="1051" cy="1177"/>
          </a:xfrm>
        </p:grpSpPr>
        <p:sp>
          <p:nvSpPr>
            <p:cNvPr id="415" name="Google Shape;415;p9"/>
            <p:cNvSpPr txBox="1"/>
            <p:nvPr/>
          </p:nvSpPr>
          <p:spPr>
            <a:xfrm>
              <a:off x="624" y="3408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416" name="Google Shape;416;p9"/>
            <p:cNvSpPr txBox="1"/>
            <p:nvPr/>
          </p:nvSpPr>
          <p:spPr>
            <a:xfrm>
              <a:off x="790" y="363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17" name="Google Shape;417;p9"/>
            <p:cNvSpPr txBox="1"/>
            <p:nvPr/>
          </p:nvSpPr>
          <p:spPr>
            <a:xfrm>
              <a:off x="1056" y="3360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18" name="Google Shape;418;p9"/>
            <p:cNvSpPr txBox="1"/>
            <p:nvPr/>
          </p:nvSpPr>
          <p:spPr>
            <a:xfrm>
              <a:off x="1344" y="3360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19" name="Google Shape;419;p9"/>
            <p:cNvSpPr txBox="1"/>
            <p:nvPr/>
          </p:nvSpPr>
          <p:spPr>
            <a:xfrm>
              <a:off x="796" y="391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20" name="Google Shape;420;p9"/>
            <p:cNvSpPr txBox="1"/>
            <p:nvPr/>
          </p:nvSpPr>
          <p:spPr>
            <a:xfrm>
              <a:off x="772" y="3264"/>
              <a:ext cx="2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421" name="Google Shape;421;p9"/>
            <p:cNvSpPr txBox="1"/>
            <p:nvPr/>
          </p:nvSpPr>
          <p:spPr>
            <a:xfrm>
              <a:off x="1008" y="362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2" name="Google Shape;422;p9"/>
            <p:cNvSpPr txBox="1"/>
            <p:nvPr/>
          </p:nvSpPr>
          <p:spPr>
            <a:xfrm>
              <a:off x="1296" y="362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p9"/>
            <p:cNvSpPr txBox="1"/>
            <p:nvPr/>
          </p:nvSpPr>
          <p:spPr>
            <a:xfrm>
              <a:off x="1296" y="391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4" name="Google Shape;424;p9"/>
            <p:cNvSpPr txBox="1"/>
            <p:nvPr/>
          </p:nvSpPr>
          <p:spPr>
            <a:xfrm>
              <a:off x="1008" y="391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25" name="Google Shape;425;p9"/>
            <p:cNvCxnSpPr/>
            <p:nvPr/>
          </p:nvCxnSpPr>
          <p:spPr>
            <a:xfrm rot="10800000">
              <a:off x="680" y="339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26" name="Google Shape;426;p9"/>
            <p:cNvSpPr txBox="1"/>
            <p:nvPr/>
          </p:nvSpPr>
          <p:spPr>
            <a:xfrm>
              <a:off x="1032" y="367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427" name="Google Shape;427;p9"/>
            <p:cNvSpPr txBox="1"/>
            <p:nvPr/>
          </p:nvSpPr>
          <p:spPr>
            <a:xfrm>
              <a:off x="1296" y="367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8" name="Google Shape;428;p9"/>
            <p:cNvSpPr txBox="1"/>
            <p:nvPr/>
          </p:nvSpPr>
          <p:spPr>
            <a:xfrm>
              <a:off x="1312" y="395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429" name="Google Shape;429;p9"/>
            <p:cNvSpPr txBox="1"/>
            <p:nvPr/>
          </p:nvSpPr>
          <p:spPr>
            <a:xfrm>
              <a:off x="1036" y="394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0" name="Google Shape;430;p9"/>
            <p:cNvSpPr txBox="1"/>
            <p:nvPr/>
          </p:nvSpPr>
          <p:spPr>
            <a:xfrm>
              <a:off x="533" y="3024"/>
              <a:ext cx="42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</p:grpSp>
      <p:sp>
        <p:nvSpPr>
          <p:cNvPr id="431" name="Google Shape;431;p9"/>
          <p:cNvSpPr txBox="1"/>
          <p:nvPr/>
        </p:nvSpPr>
        <p:spPr>
          <a:xfrm>
            <a:off x="990600" y="2819400"/>
            <a:ext cx="7772400" cy="3962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2" name="Google Shape;432;p9"/>
          <p:cNvCxnSpPr/>
          <p:nvPr/>
        </p:nvCxnSpPr>
        <p:spPr>
          <a:xfrm>
            <a:off x="6019800" y="2819400"/>
            <a:ext cx="0" cy="4038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3" name="Google Shape;433;p9"/>
          <p:cNvCxnSpPr/>
          <p:nvPr/>
        </p:nvCxnSpPr>
        <p:spPr>
          <a:xfrm>
            <a:off x="3352800" y="2814637"/>
            <a:ext cx="0" cy="4038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4" name="Google Shape;434;p9"/>
          <p:cNvCxnSpPr/>
          <p:nvPr/>
        </p:nvCxnSpPr>
        <p:spPr>
          <a:xfrm>
            <a:off x="990600" y="4800600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35" name="Google Shape;435;p9"/>
          <p:cNvSpPr txBox="1"/>
          <p:nvPr/>
        </p:nvSpPr>
        <p:spPr>
          <a:xfrm>
            <a:off x="822325" y="2482850"/>
            <a:ext cx="12715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x= don`t care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441" name="Google Shape;441;p10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3 Variáveis </a:t>
            </a:r>
            <a:endParaRPr/>
          </a:p>
        </p:txBody>
      </p:sp>
      <p:sp>
        <p:nvSpPr>
          <p:cNvPr id="442" name="Google Shape;442;p10"/>
          <p:cNvSpPr txBox="1"/>
          <p:nvPr>
            <p:ph idx="1" type="body"/>
          </p:nvPr>
        </p:nvSpPr>
        <p:spPr>
          <a:xfrm>
            <a:off x="990600" y="1143000"/>
            <a:ext cx="8001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mapa de 3 variáveis é formada por 8 células (2</a:t>
            </a:r>
            <a:r>
              <a:rPr b="0" baseline="3000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= 8) 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Extremidades Adjacentes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Colunas referentes as variáveis B e C são dispostas numa ordem não convencional:  00 - 01 - 11 - 10 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Essa ordem torna as células vizinhas, adjacentes. Além delas as bordas também.  A 0 é adjacente à 2. A 4 é adjacente à 6;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Pense num mapa em forma de cilindro:</a:t>
            </a:r>
            <a:endParaRPr/>
          </a:p>
        </p:txBody>
      </p:sp>
      <p:sp>
        <p:nvSpPr>
          <p:cNvPr id="443" name="Google Shape;443;p10"/>
          <p:cNvSpPr txBox="1"/>
          <p:nvPr/>
        </p:nvSpPr>
        <p:spPr>
          <a:xfrm>
            <a:off x="4114800" y="2085975"/>
            <a:ext cx="435451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Obs.:Os números das células servem apenas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referenciá-las no texto</a:t>
            </a:r>
            <a:endParaRPr/>
          </a:p>
        </p:txBody>
      </p:sp>
      <p:grpSp>
        <p:nvGrpSpPr>
          <p:cNvPr id="444" name="Google Shape;444;p10"/>
          <p:cNvGrpSpPr/>
          <p:nvPr/>
        </p:nvGrpSpPr>
        <p:grpSpPr>
          <a:xfrm>
            <a:off x="1295400" y="1444625"/>
            <a:ext cx="2473325" cy="1516062"/>
            <a:chOff x="816" y="1061"/>
            <a:chExt cx="1558" cy="955"/>
          </a:xfrm>
        </p:grpSpPr>
        <p:sp>
          <p:nvSpPr>
            <p:cNvPr id="445" name="Google Shape;445;p10"/>
            <p:cNvSpPr txBox="1"/>
            <p:nvPr/>
          </p:nvSpPr>
          <p:spPr>
            <a:xfrm>
              <a:off x="816" y="125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446" name="Google Shape;446;p10"/>
            <p:cNvSpPr txBox="1"/>
            <p:nvPr/>
          </p:nvSpPr>
          <p:spPr>
            <a:xfrm>
              <a:off x="982" y="144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47" name="Google Shape;447;p10"/>
            <p:cNvSpPr txBox="1"/>
            <p:nvPr/>
          </p:nvSpPr>
          <p:spPr>
            <a:xfrm>
              <a:off x="1184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448" name="Google Shape;448;p10"/>
            <p:cNvSpPr txBox="1"/>
            <p:nvPr/>
          </p:nvSpPr>
          <p:spPr>
            <a:xfrm>
              <a:off x="1490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449" name="Google Shape;449;p10"/>
            <p:cNvSpPr txBox="1"/>
            <p:nvPr/>
          </p:nvSpPr>
          <p:spPr>
            <a:xfrm>
              <a:off x="988" y="172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50" name="Google Shape;450;p10"/>
            <p:cNvSpPr txBox="1"/>
            <p:nvPr/>
          </p:nvSpPr>
          <p:spPr>
            <a:xfrm>
              <a:off x="900" y="1061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451" name="Google Shape;451;p10"/>
            <p:cNvSpPr txBox="1"/>
            <p:nvPr/>
          </p:nvSpPr>
          <p:spPr>
            <a:xfrm>
              <a:off x="1200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2" name="Google Shape;452;p10"/>
            <p:cNvSpPr txBox="1"/>
            <p:nvPr/>
          </p:nvSpPr>
          <p:spPr>
            <a:xfrm>
              <a:off x="1488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3" name="Google Shape;453;p10"/>
            <p:cNvSpPr txBox="1"/>
            <p:nvPr/>
          </p:nvSpPr>
          <p:spPr>
            <a:xfrm>
              <a:off x="1488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4" name="Google Shape;454;p10"/>
            <p:cNvSpPr txBox="1"/>
            <p:nvPr/>
          </p:nvSpPr>
          <p:spPr>
            <a:xfrm>
              <a:off x="1200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5" name="Google Shape;455;p10"/>
            <p:cNvCxnSpPr/>
            <p:nvPr/>
          </p:nvCxnSpPr>
          <p:spPr>
            <a:xfrm rot="10800000">
              <a:off x="872" y="1208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56" name="Google Shape;456;p10"/>
            <p:cNvSpPr txBox="1"/>
            <p:nvPr/>
          </p:nvSpPr>
          <p:spPr>
            <a:xfrm>
              <a:off x="1224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endParaRPr/>
            </a:p>
          </p:txBody>
        </p:sp>
        <p:sp>
          <p:nvSpPr>
            <p:cNvPr id="457" name="Google Shape;457;p10"/>
            <p:cNvSpPr txBox="1"/>
            <p:nvPr/>
          </p:nvSpPr>
          <p:spPr>
            <a:xfrm>
              <a:off x="1488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458" name="Google Shape;458;p10"/>
            <p:cNvSpPr txBox="1"/>
            <p:nvPr/>
          </p:nvSpPr>
          <p:spPr>
            <a:xfrm>
              <a:off x="1504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/>
            </a:p>
          </p:txBody>
        </p:sp>
        <p:sp>
          <p:nvSpPr>
            <p:cNvPr id="459" name="Google Shape;459;p10"/>
            <p:cNvSpPr txBox="1"/>
            <p:nvPr/>
          </p:nvSpPr>
          <p:spPr>
            <a:xfrm>
              <a:off x="1228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</a:t>
              </a:r>
              <a:endParaRPr/>
            </a:p>
          </p:txBody>
        </p:sp>
        <p:sp>
          <p:nvSpPr>
            <p:cNvPr id="460" name="Google Shape;460;p10"/>
            <p:cNvSpPr txBox="1"/>
            <p:nvPr/>
          </p:nvSpPr>
          <p:spPr>
            <a:xfrm>
              <a:off x="1776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10"/>
            <p:cNvSpPr txBox="1"/>
            <p:nvPr/>
          </p:nvSpPr>
          <p:spPr>
            <a:xfrm>
              <a:off x="2064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10"/>
            <p:cNvSpPr txBox="1"/>
            <p:nvPr/>
          </p:nvSpPr>
          <p:spPr>
            <a:xfrm>
              <a:off x="2064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3" name="Google Shape;463;p10"/>
            <p:cNvSpPr txBox="1"/>
            <p:nvPr/>
          </p:nvSpPr>
          <p:spPr>
            <a:xfrm>
              <a:off x="1776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4" name="Google Shape;464;p10"/>
            <p:cNvSpPr txBox="1"/>
            <p:nvPr/>
          </p:nvSpPr>
          <p:spPr>
            <a:xfrm>
              <a:off x="1800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</a:t>
              </a:r>
              <a:endParaRPr/>
            </a:p>
          </p:txBody>
        </p:sp>
        <p:sp>
          <p:nvSpPr>
            <p:cNvPr id="465" name="Google Shape;465;p10"/>
            <p:cNvSpPr txBox="1"/>
            <p:nvPr/>
          </p:nvSpPr>
          <p:spPr>
            <a:xfrm>
              <a:off x="2064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</a:t>
              </a:r>
              <a:endParaRPr/>
            </a:p>
          </p:txBody>
        </p:sp>
        <p:sp>
          <p:nvSpPr>
            <p:cNvPr id="466" name="Google Shape;466;p10"/>
            <p:cNvSpPr txBox="1"/>
            <p:nvPr/>
          </p:nvSpPr>
          <p:spPr>
            <a:xfrm>
              <a:off x="2080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</a:t>
              </a:r>
              <a:endParaRPr/>
            </a:p>
          </p:txBody>
        </p:sp>
        <p:sp>
          <p:nvSpPr>
            <p:cNvPr id="467" name="Google Shape;467;p10"/>
            <p:cNvSpPr txBox="1"/>
            <p:nvPr/>
          </p:nvSpPr>
          <p:spPr>
            <a:xfrm>
              <a:off x="1804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</a:t>
              </a:r>
              <a:endParaRPr/>
            </a:p>
          </p:txBody>
        </p:sp>
        <p:sp>
          <p:nvSpPr>
            <p:cNvPr id="468" name="Google Shape;468;p10"/>
            <p:cNvSpPr txBox="1"/>
            <p:nvPr/>
          </p:nvSpPr>
          <p:spPr>
            <a:xfrm>
              <a:off x="177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469" name="Google Shape;469;p10"/>
            <p:cNvSpPr txBox="1"/>
            <p:nvPr/>
          </p:nvSpPr>
          <p:spPr>
            <a:xfrm>
              <a:off x="208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grpSp>
        <p:nvGrpSpPr>
          <p:cNvPr id="470" name="Google Shape;470;p10"/>
          <p:cNvGrpSpPr/>
          <p:nvPr/>
        </p:nvGrpSpPr>
        <p:grpSpPr>
          <a:xfrm>
            <a:off x="1219200" y="5524500"/>
            <a:ext cx="1860550" cy="1066800"/>
            <a:chOff x="2592" y="3504"/>
            <a:chExt cx="1172" cy="672"/>
          </a:xfrm>
        </p:grpSpPr>
        <p:sp>
          <p:nvSpPr>
            <p:cNvPr id="471" name="Google Shape;471;p10"/>
            <p:cNvSpPr/>
            <p:nvPr/>
          </p:nvSpPr>
          <p:spPr>
            <a:xfrm>
              <a:off x="2592" y="3504"/>
              <a:ext cx="1104" cy="624"/>
            </a:xfrm>
            <a:prstGeom prst="can">
              <a:avLst>
                <a:gd fmla="val 6196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2" name="Google Shape;472;p10"/>
            <p:cNvSpPr txBox="1"/>
            <p:nvPr/>
          </p:nvSpPr>
          <p:spPr>
            <a:xfrm>
              <a:off x="2592" y="365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473" name="Google Shape;473;p10"/>
            <p:cNvSpPr txBox="1"/>
            <p:nvPr/>
          </p:nvSpPr>
          <p:spPr>
            <a:xfrm>
              <a:off x="2592" y="389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/>
            </a:p>
          </p:txBody>
        </p:sp>
        <p:sp>
          <p:nvSpPr>
            <p:cNvPr id="474" name="Google Shape;474;p10"/>
            <p:cNvSpPr txBox="1"/>
            <p:nvPr/>
          </p:nvSpPr>
          <p:spPr>
            <a:xfrm>
              <a:off x="2908" y="3945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</a:t>
              </a:r>
              <a:endParaRPr/>
            </a:p>
          </p:txBody>
        </p:sp>
        <p:sp>
          <p:nvSpPr>
            <p:cNvPr id="475" name="Google Shape;475;p10"/>
            <p:cNvSpPr txBox="1"/>
            <p:nvPr/>
          </p:nvSpPr>
          <p:spPr>
            <a:xfrm>
              <a:off x="2908" y="369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</a:t>
              </a:r>
              <a:endParaRPr/>
            </a:p>
          </p:txBody>
        </p:sp>
        <p:sp>
          <p:nvSpPr>
            <p:cNvPr id="476" name="Google Shape;476;p10"/>
            <p:cNvSpPr txBox="1"/>
            <p:nvPr/>
          </p:nvSpPr>
          <p:spPr>
            <a:xfrm>
              <a:off x="3244" y="369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</a:t>
              </a:r>
              <a:endParaRPr/>
            </a:p>
          </p:txBody>
        </p:sp>
        <p:sp>
          <p:nvSpPr>
            <p:cNvPr id="477" name="Google Shape;477;p10"/>
            <p:cNvSpPr txBox="1"/>
            <p:nvPr/>
          </p:nvSpPr>
          <p:spPr>
            <a:xfrm>
              <a:off x="3244" y="393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</a:t>
              </a:r>
              <a:endParaRPr/>
            </a:p>
          </p:txBody>
        </p:sp>
        <p:sp>
          <p:nvSpPr>
            <p:cNvPr id="478" name="Google Shape;478;p10"/>
            <p:cNvSpPr txBox="1"/>
            <p:nvPr/>
          </p:nvSpPr>
          <p:spPr>
            <a:xfrm>
              <a:off x="3552" y="384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</a:t>
              </a:r>
              <a:endParaRPr/>
            </a:p>
          </p:txBody>
        </p:sp>
        <p:sp>
          <p:nvSpPr>
            <p:cNvPr id="479" name="Google Shape;479;p10"/>
            <p:cNvSpPr txBox="1"/>
            <p:nvPr/>
          </p:nvSpPr>
          <p:spPr>
            <a:xfrm>
              <a:off x="3552" y="363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 Black"/>
                <a:buNone/>
              </a:pPr>
              <a:r>
                <a:rPr b="0" i="0" lang="en-US" sz="18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endParaRPr/>
            </a:p>
          </p:txBody>
        </p:sp>
        <p:sp>
          <p:nvSpPr>
            <p:cNvPr id="480" name="Google Shape;480;p10"/>
            <p:cNvSpPr/>
            <p:nvPr/>
          </p:nvSpPr>
          <p:spPr>
            <a:xfrm>
              <a:off x="2592" y="3504"/>
              <a:ext cx="1104" cy="432"/>
            </a:xfrm>
            <a:prstGeom prst="can">
              <a:avLst>
                <a:gd fmla="val 99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81" name="Google Shape;481;p10"/>
            <p:cNvCxnSpPr/>
            <p:nvPr/>
          </p:nvCxnSpPr>
          <p:spPr>
            <a:xfrm>
              <a:off x="2832" y="3696"/>
              <a:ext cx="0" cy="43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82" name="Google Shape;482;p10"/>
            <p:cNvCxnSpPr/>
            <p:nvPr/>
          </p:nvCxnSpPr>
          <p:spPr>
            <a:xfrm>
              <a:off x="3176" y="3696"/>
              <a:ext cx="0" cy="43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83" name="Google Shape;483;p10"/>
            <p:cNvCxnSpPr/>
            <p:nvPr/>
          </p:nvCxnSpPr>
          <p:spPr>
            <a:xfrm>
              <a:off x="3552" y="3672"/>
              <a:ext cx="0" cy="43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484" name="Google Shape;484;p10"/>
          <p:cNvGrpSpPr/>
          <p:nvPr/>
        </p:nvGrpSpPr>
        <p:grpSpPr>
          <a:xfrm>
            <a:off x="3505200" y="5238750"/>
            <a:ext cx="2473325" cy="1466850"/>
            <a:chOff x="816" y="1092"/>
            <a:chExt cx="1558" cy="924"/>
          </a:xfrm>
        </p:grpSpPr>
        <p:sp>
          <p:nvSpPr>
            <p:cNvPr id="485" name="Google Shape;485;p10"/>
            <p:cNvSpPr txBox="1"/>
            <p:nvPr/>
          </p:nvSpPr>
          <p:spPr>
            <a:xfrm>
              <a:off x="816" y="1284"/>
              <a:ext cx="20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486" name="Google Shape;486;p10"/>
            <p:cNvSpPr txBox="1"/>
            <p:nvPr/>
          </p:nvSpPr>
          <p:spPr>
            <a:xfrm>
              <a:off x="982" y="144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87" name="Google Shape;487;p10"/>
            <p:cNvSpPr txBox="1"/>
            <p:nvPr/>
          </p:nvSpPr>
          <p:spPr>
            <a:xfrm>
              <a:off x="1184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488" name="Google Shape;488;p10"/>
            <p:cNvSpPr txBox="1"/>
            <p:nvPr/>
          </p:nvSpPr>
          <p:spPr>
            <a:xfrm>
              <a:off x="1490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489" name="Google Shape;489;p10"/>
            <p:cNvSpPr txBox="1"/>
            <p:nvPr/>
          </p:nvSpPr>
          <p:spPr>
            <a:xfrm>
              <a:off x="988" y="172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90" name="Google Shape;490;p10"/>
            <p:cNvSpPr txBox="1"/>
            <p:nvPr/>
          </p:nvSpPr>
          <p:spPr>
            <a:xfrm>
              <a:off x="900" y="1092"/>
              <a:ext cx="29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491" name="Google Shape;491;p10"/>
            <p:cNvSpPr txBox="1"/>
            <p:nvPr/>
          </p:nvSpPr>
          <p:spPr>
            <a:xfrm>
              <a:off x="1200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2" name="Google Shape;492;p10"/>
            <p:cNvSpPr txBox="1"/>
            <p:nvPr/>
          </p:nvSpPr>
          <p:spPr>
            <a:xfrm>
              <a:off x="1488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p10"/>
            <p:cNvSpPr txBox="1"/>
            <p:nvPr/>
          </p:nvSpPr>
          <p:spPr>
            <a:xfrm>
              <a:off x="1488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p10"/>
            <p:cNvSpPr txBox="1"/>
            <p:nvPr/>
          </p:nvSpPr>
          <p:spPr>
            <a:xfrm>
              <a:off x="1200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95" name="Google Shape;495;p10"/>
            <p:cNvCxnSpPr/>
            <p:nvPr/>
          </p:nvCxnSpPr>
          <p:spPr>
            <a:xfrm rot="10800000">
              <a:off x="872" y="1208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96" name="Google Shape;496;p10"/>
            <p:cNvSpPr txBox="1"/>
            <p:nvPr/>
          </p:nvSpPr>
          <p:spPr>
            <a:xfrm>
              <a:off x="1224" y="1490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p10"/>
            <p:cNvSpPr txBox="1"/>
            <p:nvPr/>
          </p:nvSpPr>
          <p:spPr>
            <a:xfrm>
              <a:off x="1488" y="1490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8" name="Google Shape;498;p10"/>
            <p:cNvSpPr txBox="1"/>
            <p:nvPr/>
          </p:nvSpPr>
          <p:spPr>
            <a:xfrm>
              <a:off x="1504" y="176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9" name="Google Shape;499;p10"/>
            <p:cNvSpPr txBox="1"/>
            <p:nvPr/>
          </p:nvSpPr>
          <p:spPr>
            <a:xfrm>
              <a:off x="1228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500" name="Google Shape;500;p10"/>
            <p:cNvSpPr txBox="1"/>
            <p:nvPr/>
          </p:nvSpPr>
          <p:spPr>
            <a:xfrm>
              <a:off x="1776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p10"/>
            <p:cNvSpPr txBox="1"/>
            <p:nvPr/>
          </p:nvSpPr>
          <p:spPr>
            <a:xfrm>
              <a:off x="2064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p10"/>
            <p:cNvSpPr txBox="1"/>
            <p:nvPr/>
          </p:nvSpPr>
          <p:spPr>
            <a:xfrm>
              <a:off x="2064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10"/>
            <p:cNvSpPr txBox="1"/>
            <p:nvPr/>
          </p:nvSpPr>
          <p:spPr>
            <a:xfrm>
              <a:off x="1776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p10"/>
            <p:cNvSpPr txBox="1"/>
            <p:nvPr/>
          </p:nvSpPr>
          <p:spPr>
            <a:xfrm>
              <a:off x="1800" y="1490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5" name="Google Shape;505;p10"/>
            <p:cNvSpPr txBox="1"/>
            <p:nvPr/>
          </p:nvSpPr>
          <p:spPr>
            <a:xfrm>
              <a:off x="2064" y="1490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p10"/>
            <p:cNvSpPr txBox="1"/>
            <p:nvPr/>
          </p:nvSpPr>
          <p:spPr>
            <a:xfrm>
              <a:off x="2080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507" name="Google Shape;507;p10"/>
            <p:cNvSpPr txBox="1"/>
            <p:nvPr/>
          </p:nvSpPr>
          <p:spPr>
            <a:xfrm>
              <a:off x="1804" y="176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p10"/>
            <p:cNvSpPr txBox="1"/>
            <p:nvPr/>
          </p:nvSpPr>
          <p:spPr>
            <a:xfrm>
              <a:off x="177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509" name="Google Shape;509;p10"/>
            <p:cNvSpPr txBox="1"/>
            <p:nvPr/>
          </p:nvSpPr>
          <p:spPr>
            <a:xfrm>
              <a:off x="208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sp>
        <p:nvSpPr>
          <p:cNvPr id="510" name="Google Shape;510;p10"/>
          <p:cNvSpPr/>
          <p:nvPr/>
        </p:nvSpPr>
        <p:spPr>
          <a:xfrm>
            <a:off x="3962400" y="6337300"/>
            <a:ext cx="520700" cy="304800"/>
          </a:xfrm>
          <a:prstGeom prst="rightBracket">
            <a:avLst>
              <a:gd fmla="val 8333" name="adj"/>
            </a:avLst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10"/>
          <p:cNvSpPr/>
          <p:nvPr/>
        </p:nvSpPr>
        <p:spPr>
          <a:xfrm flipH="1">
            <a:off x="5562600" y="6324600"/>
            <a:ext cx="520700" cy="304800"/>
          </a:xfrm>
          <a:prstGeom prst="rightBracket">
            <a:avLst>
              <a:gd fmla="val 8333" name="adj"/>
            </a:avLst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12" name="Google Shape;512;p10"/>
          <p:cNvGrpSpPr/>
          <p:nvPr/>
        </p:nvGrpSpPr>
        <p:grpSpPr>
          <a:xfrm>
            <a:off x="6184900" y="5226050"/>
            <a:ext cx="2473325" cy="1466850"/>
            <a:chOff x="816" y="1092"/>
            <a:chExt cx="1558" cy="924"/>
          </a:xfrm>
        </p:grpSpPr>
        <p:sp>
          <p:nvSpPr>
            <p:cNvPr id="513" name="Google Shape;513;p10"/>
            <p:cNvSpPr txBox="1"/>
            <p:nvPr/>
          </p:nvSpPr>
          <p:spPr>
            <a:xfrm>
              <a:off x="816" y="1284"/>
              <a:ext cx="20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514" name="Google Shape;514;p10"/>
            <p:cNvSpPr txBox="1"/>
            <p:nvPr/>
          </p:nvSpPr>
          <p:spPr>
            <a:xfrm>
              <a:off x="982" y="144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15" name="Google Shape;515;p10"/>
            <p:cNvSpPr txBox="1"/>
            <p:nvPr/>
          </p:nvSpPr>
          <p:spPr>
            <a:xfrm>
              <a:off x="1184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516" name="Google Shape;516;p10"/>
            <p:cNvSpPr txBox="1"/>
            <p:nvPr/>
          </p:nvSpPr>
          <p:spPr>
            <a:xfrm>
              <a:off x="1490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988" y="172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18" name="Google Shape;518;p10"/>
            <p:cNvSpPr txBox="1"/>
            <p:nvPr/>
          </p:nvSpPr>
          <p:spPr>
            <a:xfrm>
              <a:off x="900" y="1092"/>
              <a:ext cx="29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519" name="Google Shape;519;p10"/>
            <p:cNvSpPr txBox="1"/>
            <p:nvPr/>
          </p:nvSpPr>
          <p:spPr>
            <a:xfrm>
              <a:off x="1200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p10"/>
            <p:cNvSpPr txBox="1"/>
            <p:nvPr/>
          </p:nvSpPr>
          <p:spPr>
            <a:xfrm>
              <a:off x="1488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p10"/>
            <p:cNvSpPr txBox="1"/>
            <p:nvPr/>
          </p:nvSpPr>
          <p:spPr>
            <a:xfrm>
              <a:off x="1488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p10"/>
            <p:cNvSpPr txBox="1"/>
            <p:nvPr/>
          </p:nvSpPr>
          <p:spPr>
            <a:xfrm>
              <a:off x="1200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23" name="Google Shape;523;p10"/>
            <p:cNvCxnSpPr/>
            <p:nvPr/>
          </p:nvCxnSpPr>
          <p:spPr>
            <a:xfrm rot="10800000">
              <a:off x="872" y="1208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524" name="Google Shape;524;p10"/>
            <p:cNvSpPr txBox="1"/>
            <p:nvPr/>
          </p:nvSpPr>
          <p:spPr>
            <a:xfrm>
              <a:off x="1224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525" name="Google Shape;525;p10"/>
            <p:cNvSpPr txBox="1"/>
            <p:nvPr/>
          </p:nvSpPr>
          <p:spPr>
            <a:xfrm>
              <a:off x="1488" y="1490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p10"/>
            <p:cNvSpPr txBox="1"/>
            <p:nvPr/>
          </p:nvSpPr>
          <p:spPr>
            <a:xfrm>
              <a:off x="1504" y="176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p10"/>
            <p:cNvSpPr txBox="1"/>
            <p:nvPr/>
          </p:nvSpPr>
          <p:spPr>
            <a:xfrm>
              <a:off x="1228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528" name="Google Shape;528;p10"/>
            <p:cNvSpPr txBox="1"/>
            <p:nvPr/>
          </p:nvSpPr>
          <p:spPr>
            <a:xfrm>
              <a:off x="1776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10"/>
            <p:cNvSpPr txBox="1"/>
            <p:nvPr/>
          </p:nvSpPr>
          <p:spPr>
            <a:xfrm>
              <a:off x="2064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0" name="Google Shape;530;p10"/>
            <p:cNvSpPr txBox="1"/>
            <p:nvPr/>
          </p:nvSpPr>
          <p:spPr>
            <a:xfrm>
              <a:off x="2064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1" name="Google Shape;531;p10"/>
            <p:cNvSpPr txBox="1"/>
            <p:nvPr/>
          </p:nvSpPr>
          <p:spPr>
            <a:xfrm>
              <a:off x="1776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2" name="Google Shape;532;p10"/>
            <p:cNvSpPr txBox="1"/>
            <p:nvPr/>
          </p:nvSpPr>
          <p:spPr>
            <a:xfrm>
              <a:off x="1800" y="1490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3" name="Google Shape;533;p10"/>
            <p:cNvSpPr txBox="1"/>
            <p:nvPr/>
          </p:nvSpPr>
          <p:spPr>
            <a:xfrm>
              <a:off x="2064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534" name="Google Shape;534;p10"/>
            <p:cNvSpPr txBox="1"/>
            <p:nvPr/>
          </p:nvSpPr>
          <p:spPr>
            <a:xfrm>
              <a:off x="2080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535" name="Google Shape;535;p10"/>
            <p:cNvSpPr txBox="1"/>
            <p:nvPr/>
          </p:nvSpPr>
          <p:spPr>
            <a:xfrm>
              <a:off x="1804" y="176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p10"/>
            <p:cNvSpPr txBox="1"/>
            <p:nvPr/>
          </p:nvSpPr>
          <p:spPr>
            <a:xfrm>
              <a:off x="177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537" name="Google Shape;537;p10"/>
            <p:cNvSpPr txBox="1"/>
            <p:nvPr/>
          </p:nvSpPr>
          <p:spPr>
            <a:xfrm>
              <a:off x="208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sp>
        <p:nvSpPr>
          <p:cNvPr id="538" name="Google Shape;538;p10"/>
          <p:cNvSpPr/>
          <p:nvPr/>
        </p:nvSpPr>
        <p:spPr>
          <a:xfrm>
            <a:off x="6642100" y="5829300"/>
            <a:ext cx="520700" cy="800100"/>
          </a:xfrm>
          <a:prstGeom prst="rightBracket">
            <a:avLst>
              <a:gd fmla="val 8333" name="adj"/>
            </a:avLst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10"/>
          <p:cNvSpPr/>
          <p:nvPr/>
        </p:nvSpPr>
        <p:spPr>
          <a:xfrm flipH="1">
            <a:off x="8242300" y="5829300"/>
            <a:ext cx="520700" cy="787400"/>
          </a:xfrm>
          <a:prstGeom prst="rightBracket">
            <a:avLst>
              <a:gd fmla="val 8333" name="adj"/>
            </a:avLst>
          </a:prstGeom>
          <a:noFill/>
          <a:ln cap="rnd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10"/>
          <p:cNvSpPr/>
          <p:nvPr/>
        </p:nvSpPr>
        <p:spPr>
          <a:xfrm rot="-60000">
            <a:off x="1262062" y="5395912"/>
            <a:ext cx="1493837" cy="3079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Arial"/>
              </a:rPr>
              <a:t>mapa de karnaugh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1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546" name="Google Shape;546;p11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3 Variáveis (2) </a:t>
            </a:r>
            <a:endParaRPr/>
          </a:p>
        </p:txBody>
      </p:sp>
      <p:sp>
        <p:nvSpPr>
          <p:cNvPr id="547" name="Google Shape;547;p11"/>
          <p:cNvSpPr txBox="1"/>
          <p:nvPr>
            <p:ph idx="1" type="body"/>
          </p:nvPr>
        </p:nvSpPr>
        <p:spPr>
          <a:xfrm>
            <a:off x="914400" y="1143000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Enlaces possiveis: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Enlaces com 2 células: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0 - 1    1 - 3     3 - 2     2 - 0  (linha A=0)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4 - 5    5 - 7     7 - 6     6 - 4  (linha A=1)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0 - 4    1 - 5     3 - 7     2 - 6  Colunas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Enlaces com 4 células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0-1-3-2 (linha A=0)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4-5-7-6 (linha A=1)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0-1-5-4    1-3-7-5    3-2-6-7    0-2-6-4     (linhas x colunas)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Enlaces com 8 células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0-1-3-2-6-7-5-4 (linhas x colunas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Impact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Obs: O </a:t>
            </a:r>
            <a:r>
              <a:rPr b="0" i="0" lang="en-US" sz="20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numero de células</a:t>
            </a: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podem fazer parte de um </a:t>
            </a:r>
            <a:r>
              <a:rPr b="0" i="0" lang="en-US" sz="20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enlace</a:t>
            </a: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também  é relacionado com 2</a:t>
            </a:r>
            <a:r>
              <a:rPr b="0" baseline="3000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onde n varia de 0 até o numero de variáveis;</a:t>
            </a:r>
            <a:endParaRPr/>
          </a:p>
        </p:txBody>
      </p:sp>
      <p:grpSp>
        <p:nvGrpSpPr>
          <p:cNvPr id="548" name="Google Shape;548;p11"/>
          <p:cNvGrpSpPr/>
          <p:nvPr/>
        </p:nvGrpSpPr>
        <p:grpSpPr>
          <a:xfrm>
            <a:off x="6213475" y="1444625"/>
            <a:ext cx="2473325" cy="1516062"/>
            <a:chOff x="816" y="1061"/>
            <a:chExt cx="1558" cy="955"/>
          </a:xfrm>
        </p:grpSpPr>
        <p:sp>
          <p:nvSpPr>
            <p:cNvPr id="549" name="Google Shape;549;p11"/>
            <p:cNvSpPr txBox="1"/>
            <p:nvPr/>
          </p:nvSpPr>
          <p:spPr>
            <a:xfrm>
              <a:off x="816" y="125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550" name="Google Shape;550;p11"/>
            <p:cNvSpPr txBox="1"/>
            <p:nvPr/>
          </p:nvSpPr>
          <p:spPr>
            <a:xfrm>
              <a:off x="982" y="144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51" name="Google Shape;551;p11"/>
            <p:cNvSpPr txBox="1"/>
            <p:nvPr/>
          </p:nvSpPr>
          <p:spPr>
            <a:xfrm>
              <a:off x="1184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552" name="Google Shape;552;p11"/>
            <p:cNvSpPr txBox="1"/>
            <p:nvPr/>
          </p:nvSpPr>
          <p:spPr>
            <a:xfrm>
              <a:off x="1490" y="120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553" name="Google Shape;553;p11"/>
            <p:cNvSpPr txBox="1"/>
            <p:nvPr/>
          </p:nvSpPr>
          <p:spPr>
            <a:xfrm>
              <a:off x="988" y="1727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54" name="Google Shape;554;p11"/>
            <p:cNvSpPr txBox="1"/>
            <p:nvPr/>
          </p:nvSpPr>
          <p:spPr>
            <a:xfrm>
              <a:off x="900" y="1061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555" name="Google Shape;555;p11"/>
            <p:cNvSpPr txBox="1"/>
            <p:nvPr/>
          </p:nvSpPr>
          <p:spPr>
            <a:xfrm>
              <a:off x="1200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6" name="Google Shape;556;p11"/>
            <p:cNvSpPr txBox="1"/>
            <p:nvPr/>
          </p:nvSpPr>
          <p:spPr>
            <a:xfrm>
              <a:off x="1488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7" name="Google Shape;557;p11"/>
            <p:cNvSpPr txBox="1"/>
            <p:nvPr/>
          </p:nvSpPr>
          <p:spPr>
            <a:xfrm>
              <a:off x="1488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8" name="Google Shape;558;p11"/>
            <p:cNvSpPr txBox="1"/>
            <p:nvPr/>
          </p:nvSpPr>
          <p:spPr>
            <a:xfrm>
              <a:off x="1200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59" name="Google Shape;559;p11"/>
            <p:cNvCxnSpPr/>
            <p:nvPr/>
          </p:nvCxnSpPr>
          <p:spPr>
            <a:xfrm rot="10800000">
              <a:off x="872" y="1208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560" name="Google Shape;560;p11"/>
            <p:cNvSpPr txBox="1"/>
            <p:nvPr/>
          </p:nvSpPr>
          <p:spPr>
            <a:xfrm>
              <a:off x="1224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endParaRPr/>
            </a:p>
          </p:txBody>
        </p:sp>
        <p:sp>
          <p:nvSpPr>
            <p:cNvPr id="561" name="Google Shape;561;p11"/>
            <p:cNvSpPr txBox="1"/>
            <p:nvPr/>
          </p:nvSpPr>
          <p:spPr>
            <a:xfrm>
              <a:off x="1488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562" name="Google Shape;562;p11"/>
            <p:cNvSpPr txBox="1"/>
            <p:nvPr/>
          </p:nvSpPr>
          <p:spPr>
            <a:xfrm>
              <a:off x="1504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/>
            </a:p>
          </p:txBody>
        </p:sp>
        <p:sp>
          <p:nvSpPr>
            <p:cNvPr id="563" name="Google Shape;563;p11"/>
            <p:cNvSpPr txBox="1"/>
            <p:nvPr/>
          </p:nvSpPr>
          <p:spPr>
            <a:xfrm>
              <a:off x="1228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</a:t>
              </a:r>
              <a:endParaRPr/>
            </a:p>
          </p:txBody>
        </p:sp>
        <p:sp>
          <p:nvSpPr>
            <p:cNvPr id="564" name="Google Shape;564;p11"/>
            <p:cNvSpPr txBox="1"/>
            <p:nvPr/>
          </p:nvSpPr>
          <p:spPr>
            <a:xfrm>
              <a:off x="1776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5" name="Google Shape;565;p11"/>
            <p:cNvSpPr txBox="1"/>
            <p:nvPr/>
          </p:nvSpPr>
          <p:spPr>
            <a:xfrm>
              <a:off x="2064" y="1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6" name="Google Shape;566;p11"/>
            <p:cNvSpPr txBox="1"/>
            <p:nvPr/>
          </p:nvSpPr>
          <p:spPr>
            <a:xfrm>
              <a:off x="2064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7" name="Google Shape;567;p11"/>
            <p:cNvSpPr txBox="1"/>
            <p:nvPr/>
          </p:nvSpPr>
          <p:spPr>
            <a:xfrm>
              <a:off x="1776" y="1728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8" name="Google Shape;568;p11"/>
            <p:cNvSpPr txBox="1"/>
            <p:nvPr/>
          </p:nvSpPr>
          <p:spPr>
            <a:xfrm>
              <a:off x="1800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</a:t>
              </a:r>
              <a:endParaRPr/>
            </a:p>
          </p:txBody>
        </p:sp>
        <p:sp>
          <p:nvSpPr>
            <p:cNvPr id="569" name="Google Shape;569;p11"/>
            <p:cNvSpPr txBox="1"/>
            <p:nvPr/>
          </p:nvSpPr>
          <p:spPr>
            <a:xfrm>
              <a:off x="2064" y="1494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</a:t>
              </a:r>
              <a:endParaRPr/>
            </a:p>
          </p:txBody>
        </p:sp>
        <p:sp>
          <p:nvSpPr>
            <p:cNvPr id="570" name="Google Shape;570;p11"/>
            <p:cNvSpPr txBox="1"/>
            <p:nvPr/>
          </p:nvSpPr>
          <p:spPr>
            <a:xfrm>
              <a:off x="2080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</a:t>
              </a:r>
              <a:endParaRPr/>
            </a:p>
          </p:txBody>
        </p:sp>
        <p:sp>
          <p:nvSpPr>
            <p:cNvPr id="571" name="Google Shape;571;p11"/>
            <p:cNvSpPr txBox="1"/>
            <p:nvPr/>
          </p:nvSpPr>
          <p:spPr>
            <a:xfrm>
              <a:off x="1804" y="176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</a:t>
              </a:r>
              <a:endParaRPr/>
            </a:p>
          </p:txBody>
        </p:sp>
        <p:sp>
          <p:nvSpPr>
            <p:cNvPr id="572" name="Google Shape;572;p11"/>
            <p:cNvSpPr txBox="1"/>
            <p:nvPr/>
          </p:nvSpPr>
          <p:spPr>
            <a:xfrm>
              <a:off x="177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573" name="Google Shape;573;p11"/>
            <p:cNvSpPr txBox="1"/>
            <p:nvPr/>
          </p:nvSpPr>
          <p:spPr>
            <a:xfrm>
              <a:off x="2080" y="120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2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579" name="Google Shape;579;p12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3 Variáveis (3) </a:t>
            </a:r>
            <a:endParaRPr/>
          </a:p>
        </p:txBody>
      </p:sp>
      <p:sp>
        <p:nvSpPr>
          <p:cNvPr id="580" name="Google Shape;580;p12"/>
          <p:cNvSpPr txBox="1"/>
          <p:nvPr>
            <p:ph idx="1" type="body"/>
          </p:nvPr>
        </p:nvSpPr>
        <p:spPr>
          <a:xfrm>
            <a:off x="685800" y="8382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</p:txBody>
      </p:sp>
      <p:sp>
        <p:nvSpPr>
          <p:cNvPr id="581" name="Google Shape;581;p12"/>
          <p:cNvSpPr txBox="1"/>
          <p:nvPr/>
        </p:nvSpPr>
        <p:spPr>
          <a:xfrm>
            <a:off x="1066800" y="1371600"/>
            <a:ext cx="4878387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B   C       S1   S2   S3   S4   S5   S6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0    0    0       0      0      1     0     0      1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0    0    1       1      0      1     1     0      1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0    1    0       0      1      1     0     0      1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0    1    1       0      1      1     1     0      1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1    0    0       0      0      0     0     1      1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1    0    1       1      0      0     1     1      1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1    1    0       0      0      1     0     1      1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1    1    1       0      0      1     1     1      1</a:t>
            </a:r>
            <a:endParaRPr/>
          </a:p>
        </p:txBody>
      </p:sp>
      <p:cxnSp>
        <p:nvCxnSpPr>
          <p:cNvPr id="582" name="Google Shape;582;p12"/>
          <p:cNvCxnSpPr/>
          <p:nvPr/>
        </p:nvCxnSpPr>
        <p:spPr>
          <a:xfrm>
            <a:off x="26670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3" name="Google Shape;583;p12"/>
          <p:cNvCxnSpPr/>
          <p:nvPr/>
        </p:nvCxnSpPr>
        <p:spPr>
          <a:xfrm>
            <a:off x="1143000" y="1752600"/>
            <a:ext cx="472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4" name="Google Shape;584;p12"/>
          <p:cNvCxnSpPr/>
          <p:nvPr/>
        </p:nvCxnSpPr>
        <p:spPr>
          <a:xfrm>
            <a:off x="32004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5" name="Google Shape;585;p12"/>
          <p:cNvCxnSpPr/>
          <p:nvPr/>
        </p:nvCxnSpPr>
        <p:spPr>
          <a:xfrm>
            <a:off x="38100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6" name="Google Shape;586;p12"/>
          <p:cNvCxnSpPr/>
          <p:nvPr/>
        </p:nvCxnSpPr>
        <p:spPr>
          <a:xfrm>
            <a:off x="43434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7" name="Google Shape;587;p12"/>
          <p:cNvCxnSpPr/>
          <p:nvPr/>
        </p:nvCxnSpPr>
        <p:spPr>
          <a:xfrm>
            <a:off x="48768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88" name="Google Shape;588;p12"/>
          <p:cNvCxnSpPr/>
          <p:nvPr/>
        </p:nvCxnSpPr>
        <p:spPr>
          <a:xfrm>
            <a:off x="54102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589" name="Google Shape;589;p12"/>
          <p:cNvGrpSpPr/>
          <p:nvPr/>
        </p:nvGrpSpPr>
        <p:grpSpPr>
          <a:xfrm>
            <a:off x="1219200" y="4800600"/>
            <a:ext cx="2473325" cy="1820862"/>
            <a:chOff x="768" y="3024"/>
            <a:chExt cx="1558" cy="1147"/>
          </a:xfrm>
        </p:grpSpPr>
        <p:sp>
          <p:nvSpPr>
            <p:cNvPr id="590" name="Google Shape;590;p12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591" name="Google Shape;591;p12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92" name="Google Shape;592;p12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593" name="Google Shape;593;p12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594" name="Google Shape;594;p12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95" name="Google Shape;595;p12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596" name="Google Shape;596;p12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7" name="Google Shape;597;p12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8" name="Google Shape;598;p12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9" name="Google Shape;599;p12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0" name="Google Shape;600;p12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01" name="Google Shape;601;p12"/>
            <p:cNvSpPr txBox="1"/>
            <p:nvPr/>
          </p:nvSpPr>
          <p:spPr>
            <a:xfrm>
              <a:off x="117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2" name="Google Shape;602;p12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03" name="Google Shape;603;p12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04" name="Google Shape;604;p12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5" name="Google Shape;605;p12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6" name="Google Shape;606;p12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7" name="Google Shape;607;p12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8" name="Google Shape;608;p12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9" name="Google Shape;609;p12"/>
            <p:cNvSpPr txBox="1"/>
            <p:nvPr/>
          </p:nvSpPr>
          <p:spPr>
            <a:xfrm>
              <a:off x="1752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0" name="Google Shape;610;p12"/>
            <p:cNvSpPr txBox="1"/>
            <p:nvPr/>
          </p:nvSpPr>
          <p:spPr>
            <a:xfrm>
              <a:off x="201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1" name="Google Shape;611;p12"/>
            <p:cNvSpPr txBox="1"/>
            <p:nvPr/>
          </p:nvSpPr>
          <p:spPr>
            <a:xfrm>
              <a:off x="2032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2" name="Google Shape;612;p12"/>
            <p:cNvSpPr txBox="1"/>
            <p:nvPr/>
          </p:nvSpPr>
          <p:spPr>
            <a:xfrm>
              <a:off x="1756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3" name="Google Shape;613;p12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614" name="Google Shape;614;p12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615" name="Google Shape;615;p12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S1=</a:t>
              </a:r>
              <a:endParaRPr/>
            </a:p>
          </p:txBody>
        </p:sp>
      </p:grpSp>
      <p:grpSp>
        <p:nvGrpSpPr>
          <p:cNvPr id="616" name="Google Shape;616;p12"/>
          <p:cNvGrpSpPr/>
          <p:nvPr/>
        </p:nvGrpSpPr>
        <p:grpSpPr>
          <a:xfrm>
            <a:off x="4876800" y="4876800"/>
            <a:ext cx="2473325" cy="1820862"/>
            <a:chOff x="768" y="3024"/>
            <a:chExt cx="1558" cy="1147"/>
          </a:xfrm>
        </p:grpSpPr>
        <p:sp>
          <p:nvSpPr>
            <p:cNvPr id="617" name="Google Shape;617;p12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618" name="Google Shape;618;p12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19" name="Google Shape;619;p12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620" name="Google Shape;620;p12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621" name="Google Shape;621;p12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22" name="Google Shape;622;p12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623" name="Google Shape;623;p12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4" name="Google Shape;624;p12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5" name="Google Shape;625;p12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6" name="Google Shape;626;p12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27" name="Google Shape;627;p12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28" name="Google Shape;628;p12"/>
            <p:cNvSpPr txBox="1"/>
            <p:nvPr/>
          </p:nvSpPr>
          <p:spPr>
            <a:xfrm>
              <a:off x="117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9" name="Google Shape;629;p12"/>
            <p:cNvSpPr txBox="1"/>
            <p:nvPr/>
          </p:nvSpPr>
          <p:spPr>
            <a:xfrm>
              <a:off x="1440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0" name="Google Shape;630;p12"/>
            <p:cNvSpPr txBox="1"/>
            <p:nvPr/>
          </p:nvSpPr>
          <p:spPr>
            <a:xfrm>
              <a:off x="1456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1" name="Google Shape;631;p12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2" name="Google Shape;632;p12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3" name="Google Shape;633;p12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4" name="Google Shape;634;p12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5" name="Google Shape;635;p12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6" name="Google Shape;636;p12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37" name="Google Shape;637;p12"/>
            <p:cNvSpPr txBox="1"/>
            <p:nvPr/>
          </p:nvSpPr>
          <p:spPr>
            <a:xfrm>
              <a:off x="201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38" name="Google Shape;638;p12"/>
            <p:cNvSpPr txBox="1"/>
            <p:nvPr/>
          </p:nvSpPr>
          <p:spPr>
            <a:xfrm>
              <a:off x="2032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9" name="Google Shape;639;p12"/>
            <p:cNvSpPr txBox="1"/>
            <p:nvPr/>
          </p:nvSpPr>
          <p:spPr>
            <a:xfrm>
              <a:off x="1756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0" name="Google Shape;640;p12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641" name="Google Shape;641;p12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642" name="Google Shape;642;p12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S2=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3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648" name="Google Shape;648;p13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3 Variáveis (4) </a:t>
            </a:r>
            <a:endParaRPr/>
          </a:p>
        </p:txBody>
      </p:sp>
      <p:sp>
        <p:nvSpPr>
          <p:cNvPr id="649" name="Google Shape;649;p13"/>
          <p:cNvSpPr txBox="1"/>
          <p:nvPr>
            <p:ph idx="1" type="body"/>
          </p:nvPr>
        </p:nvSpPr>
        <p:spPr>
          <a:xfrm>
            <a:off x="685800" y="8382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</p:txBody>
      </p:sp>
      <p:grpSp>
        <p:nvGrpSpPr>
          <p:cNvPr id="650" name="Google Shape;650;p13"/>
          <p:cNvGrpSpPr/>
          <p:nvPr/>
        </p:nvGrpSpPr>
        <p:grpSpPr>
          <a:xfrm>
            <a:off x="1219200" y="1303337"/>
            <a:ext cx="2473325" cy="1820862"/>
            <a:chOff x="768" y="3024"/>
            <a:chExt cx="1558" cy="1147"/>
          </a:xfrm>
        </p:grpSpPr>
        <p:sp>
          <p:nvSpPr>
            <p:cNvPr id="651" name="Google Shape;651;p13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652" name="Google Shape;652;p13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53" name="Google Shape;653;p13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654" name="Google Shape;654;p13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655" name="Google Shape;655;p13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56" name="Google Shape;656;p13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657" name="Google Shape;657;p13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8" name="Google Shape;658;p13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9" name="Google Shape;659;p13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0" name="Google Shape;660;p13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1" name="Google Shape;661;p13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62" name="Google Shape;662;p13"/>
            <p:cNvSpPr txBox="1"/>
            <p:nvPr/>
          </p:nvSpPr>
          <p:spPr>
            <a:xfrm>
              <a:off x="117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63" name="Google Shape;663;p13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64" name="Google Shape;664;p13"/>
            <p:cNvSpPr txBox="1"/>
            <p:nvPr/>
          </p:nvSpPr>
          <p:spPr>
            <a:xfrm>
              <a:off x="1456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5" name="Google Shape;665;p13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6" name="Google Shape;666;p13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7" name="Google Shape;667;p13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8" name="Google Shape;668;p13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9" name="Google Shape;669;p13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0" name="Google Shape;670;p13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71" name="Google Shape;671;p13"/>
            <p:cNvSpPr txBox="1"/>
            <p:nvPr/>
          </p:nvSpPr>
          <p:spPr>
            <a:xfrm>
              <a:off x="201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72" name="Google Shape;672;p13"/>
            <p:cNvSpPr txBox="1"/>
            <p:nvPr/>
          </p:nvSpPr>
          <p:spPr>
            <a:xfrm>
              <a:off x="2032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73" name="Google Shape;673;p13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74" name="Google Shape;674;p13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675" name="Google Shape;675;p13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676" name="Google Shape;676;p13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S3=</a:t>
              </a:r>
              <a:endParaRPr/>
            </a:p>
          </p:txBody>
        </p:sp>
      </p:grpSp>
      <p:grpSp>
        <p:nvGrpSpPr>
          <p:cNvPr id="677" name="Google Shape;677;p13"/>
          <p:cNvGrpSpPr/>
          <p:nvPr/>
        </p:nvGrpSpPr>
        <p:grpSpPr>
          <a:xfrm>
            <a:off x="4876800" y="1379537"/>
            <a:ext cx="2473325" cy="1820862"/>
            <a:chOff x="768" y="3024"/>
            <a:chExt cx="1558" cy="1147"/>
          </a:xfrm>
        </p:grpSpPr>
        <p:sp>
          <p:nvSpPr>
            <p:cNvPr id="678" name="Google Shape;678;p13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679" name="Google Shape;679;p13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80" name="Google Shape;680;p13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681" name="Google Shape;681;p13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682" name="Google Shape;682;p13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83" name="Google Shape;683;p13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684" name="Google Shape;684;p13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5" name="Google Shape;685;p13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6" name="Google Shape;686;p13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7" name="Google Shape;687;p13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8" name="Google Shape;688;p13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89" name="Google Shape;689;p13"/>
            <p:cNvSpPr txBox="1"/>
            <p:nvPr/>
          </p:nvSpPr>
          <p:spPr>
            <a:xfrm>
              <a:off x="117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0" name="Google Shape;690;p13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91" name="Google Shape;691;p13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92" name="Google Shape;692;p13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3" name="Google Shape;693;p13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4" name="Google Shape;694;p13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5" name="Google Shape;695;p13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6" name="Google Shape;696;p13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7" name="Google Shape;697;p13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698" name="Google Shape;698;p13"/>
            <p:cNvSpPr txBox="1"/>
            <p:nvPr/>
          </p:nvSpPr>
          <p:spPr>
            <a:xfrm>
              <a:off x="201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9" name="Google Shape;699;p13"/>
            <p:cNvSpPr txBox="1"/>
            <p:nvPr/>
          </p:nvSpPr>
          <p:spPr>
            <a:xfrm>
              <a:off x="2032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0" name="Google Shape;700;p13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01" name="Google Shape;701;p13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702" name="Google Shape;702;p13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703" name="Google Shape;703;p13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S4=</a:t>
              </a:r>
              <a:endParaRPr/>
            </a:p>
          </p:txBody>
        </p:sp>
      </p:grpSp>
      <p:grpSp>
        <p:nvGrpSpPr>
          <p:cNvPr id="704" name="Google Shape;704;p13"/>
          <p:cNvGrpSpPr/>
          <p:nvPr/>
        </p:nvGrpSpPr>
        <p:grpSpPr>
          <a:xfrm>
            <a:off x="1219200" y="3741737"/>
            <a:ext cx="2473325" cy="1820862"/>
            <a:chOff x="768" y="3024"/>
            <a:chExt cx="1558" cy="1147"/>
          </a:xfrm>
        </p:grpSpPr>
        <p:sp>
          <p:nvSpPr>
            <p:cNvPr id="705" name="Google Shape;705;p13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706" name="Google Shape;706;p13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707" name="Google Shape;707;p13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708" name="Google Shape;708;p13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709" name="Google Shape;709;p13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10" name="Google Shape;710;p13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711" name="Google Shape;711;p13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2" name="Google Shape;712;p13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3" name="Google Shape;713;p13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4" name="Google Shape;714;p13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5" name="Google Shape;715;p13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716" name="Google Shape;716;p13"/>
            <p:cNvSpPr txBox="1"/>
            <p:nvPr/>
          </p:nvSpPr>
          <p:spPr>
            <a:xfrm>
              <a:off x="117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7" name="Google Shape;717;p13"/>
            <p:cNvSpPr txBox="1"/>
            <p:nvPr/>
          </p:nvSpPr>
          <p:spPr>
            <a:xfrm>
              <a:off x="1440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8" name="Google Shape;718;p13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19" name="Google Shape;719;p13"/>
            <p:cNvSpPr txBox="1"/>
            <p:nvPr/>
          </p:nvSpPr>
          <p:spPr>
            <a:xfrm>
              <a:off x="1180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20" name="Google Shape;720;p13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1" name="Google Shape;721;p13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2" name="Google Shape;722;p13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3" name="Google Shape;723;p13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4" name="Google Shape;724;p13"/>
            <p:cNvSpPr txBox="1"/>
            <p:nvPr/>
          </p:nvSpPr>
          <p:spPr>
            <a:xfrm>
              <a:off x="1752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5" name="Google Shape;725;p13"/>
            <p:cNvSpPr txBox="1"/>
            <p:nvPr/>
          </p:nvSpPr>
          <p:spPr>
            <a:xfrm>
              <a:off x="201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6" name="Google Shape;726;p13"/>
            <p:cNvSpPr txBox="1"/>
            <p:nvPr/>
          </p:nvSpPr>
          <p:spPr>
            <a:xfrm>
              <a:off x="2032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27" name="Google Shape;727;p13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28" name="Google Shape;728;p13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729" name="Google Shape;729;p13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730" name="Google Shape;730;p13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S5=</a:t>
              </a:r>
              <a:endParaRPr/>
            </a:p>
          </p:txBody>
        </p:sp>
      </p:grpSp>
      <p:grpSp>
        <p:nvGrpSpPr>
          <p:cNvPr id="731" name="Google Shape;731;p13"/>
          <p:cNvGrpSpPr/>
          <p:nvPr/>
        </p:nvGrpSpPr>
        <p:grpSpPr>
          <a:xfrm>
            <a:off x="4876800" y="3817937"/>
            <a:ext cx="2473325" cy="1820862"/>
            <a:chOff x="768" y="3024"/>
            <a:chExt cx="1558" cy="1147"/>
          </a:xfrm>
        </p:grpSpPr>
        <p:sp>
          <p:nvSpPr>
            <p:cNvPr id="732" name="Google Shape;732;p13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733" name="Google Shape;733;p13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734" name="Google Shape;734;p13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735" name="Google Shape;735;p13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736" name="Google Shape;736;p13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37" name="Google Shape;737;p13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738" name="Google Shape;738;p13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9" name="Google Shape;739;p13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0" name="Google Shape;740;p13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1" name="Google Shape;741;p13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2" name="Google Shape;742;p13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743" name="Google Shape;743;p13"/>
            <p:cNvSpPr txBox="1"/>
            <p:nvPr/>
          </p:nvSpPr>
          <p:spPr>
            <a:xfrm>
              <a:off x="117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44" name="Google Shape;744;p13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45" name="Google Shape;745;p13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46" name="Google Shape;746;p13"/>
            <p:cNvSpPr txBox="1"/>
            <p:nvPr/>
          </p:nvSpPr>
          <p:spPr>
            <a:xfrm>
              <a:off x="1180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47" name="Google Shape;747;p13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8" name="Google Shape;748;p13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9" name="Google Shape;749;p13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0" name="Google Shape;750;p13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1" name="Google Shape;751;p13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52" name="Google Shape;752;p13"/>
            <p:cNvSpPr txBox="1"/>
            <p:nvPr/>
          </p:nvSpPr>
          <p:spPr>
            <a:xfrm>
              <a:off x="201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53" name="Google Shape;753;p13"/>
            <p:cNvSpPr txBox="1"/>
            <p:nvPr/>
          </p:nvSpPr>
          <p:spPr>
            <a:xfrm>
              <a:off x="2032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54" name="Google Shape;754;p13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55" name="Google Shape;755;p13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756" name="Google Shape;756;p13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757" name="Google Shape;757;p13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S6=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4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764" name="Google Shape;764;p14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3 Variáveis (5) </a:t>
            </a:r>
            <a:endParaRPr/>
          </a:p>
        </p:txBody>
      </p:sp>
      <p:sp>
        <p:nvSpPr>
          <p:cNvPr id="765" name="Google Shape;765;p14"/>
          <p:cNvSpPr txBox="1"/>
          <p:nvPr>
            <p:ph idx="1" type="body"/>
          </p:nvPr>
        </p:nvSpPr>
        <p:spPr>
          <a:xfrm>
            <a:off x="685800" y="8382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</p:txBody>
      </p:sp>
      <p:sp>
        <p:nvSpPr>
          <p:cNvPr id="766" name="Google Shape;766;p14"/>
          <p:cNvSpPr txBox="1"/>
          <p:nvPr/>
        </p:nvSpPr>
        <p:spPr>
          <a:xfrm>
            <a:off x="1066800" y="1371600"/>
            <a:ext cx="4878387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B   C       S1   S2   S3   S4   S5   S6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0    0    0       0      1      1     0     0      1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0    0    1       0      1      1     1     1      1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0    1    0       0      0      0     0     1      1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0    1    1       1      1      1     0     1      0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1    0    0       0      0      0     1     0      1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1    0    1       0      1      1     1     1      1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1    1    0       1      0      0     1     0      1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1    1    1       1      0      1     0     1      1</a:t>
            </a:r>
            <a:endParaRPr/>
          </a:p>
        </p:txBody>
      </p:sp>
      <p:cxnSp>
        <p:nvCxnSpPr>
          <p:cNvPr id="767" name="Google Shape;767;p14"/>
          <p:cNvCxnSpPr/>
          <p:nvPr/>
        </p:nvCxnSpPr>
        <p:spPr>
          <a:xfrm>
            <a:off x="26670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8" name="Google Shape;768;p14"/>
          <p:cNvCxnSpPr/>
          <p:nvPr/>
        </p:nvCxnSpPr>
        <p:spPr>
          <a:xfrm>
            <a:off x="1143000" y="1752600"/>
            <a:ext cx="472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69" name="Google Shape;769;p14"/>
          <p:cNvCxnSpPr/>
          <p:nvPr/>
        </p:nvCxnSpPr>
        <p:spPr>
          <a:xfrm>
            <a:off x="32004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0" name="Google Shape;770;p14"/>
          <p:cNvCxnSpPr/>
          <p:nvPr/>
        </p:nvCxnSpPr>
        <p:spPr>
          <a:xfrm>
            <a:off x="38100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1" name="Google Shape;771;p14"/>
          <p:cNvCxnSpPr/>
          <p:nvPr/>
        </p:nvCxnSpPr>
        <p:spPr>
          <a:xfrm>
            <a:off x="43434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2" name="Google Shape;772;p14"/>
          <p:cNvCxnSpPr/>
          <p:nvPr/>
        </p:nvCxnSpPr>
        <p:spPr>
          <a:xfrm>
            <a:off x="48768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3" name="Google Shape;773;p14"/>
          <p:cNvCxnSpPr/>
          <p:nvPr/>
        </p:nvCxnSpPr>
        <p:spPr>
          <a:xfrm>
            <a:off x="5410200" y="13716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774" name="Google Shape;774;p14"/>
          <p:cNvGrpSpPr/>
          <p:nvPr/>
        </p:nvGrpSpPr>
        <p:grpSpPr>
          <a:xfrm>
            <a:off x="1219200" y="4800600"/>
            <a:ext cx="2473325" cy="1820862"/>
            <a:chOff x="768" y="3024"/>
            <a:chExt cx="1558" cy="1147"/>
          </a:xfrm>
        </p:grpSpPr>
        <p:sp>
          <p:nvSpPr>
            <p:cNvPr id="775" name="Google Shape;775;p14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776" name="Google Shape;776;p14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777" name="Google Shape;777;p14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778" name="Google Shape;778;p14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779" name="Google Shape;779;p14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80" name="Google Shape;780;p14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781" name="Google Shape;781;p14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2" name="Google Shape;782;p14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3" name="Google Shape;783;p14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4" name="Google Shape;784;p14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85" name="Google Shape;785;p14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786" name="Google Shape;786;p14"/>
            <p:cNvSpPr txBox="1"/>
            <p:nvPr/>
          </p:nvSpPr>
          <p:spPr>
            <a:xfrm>
              <a:off x="117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7" name="Google Shape;787;p14"/>
            <p:cNvSpPr txBox="1"/>
            <p:nvPr/>
          </p:nvSpPr>
          <p:spPr>
            <a:xfrm>
              <a:off x="1440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8" name="Google Shape;788;p14"/>
            <p:cNvSpPr txBox="1"/>
            <p:nvPr/>
          </p:nvSpPr>
          <p:spPr>
            <a:xfrm>
              <a:off x="1456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9" name="Google Shape;789;p14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0" name="Google Shape;790;p14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1" name="Google Shape;791;p14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2" name="Google Shape;792;p14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3" name="Google Shape;793;p14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4" name="Google Shape;794;p14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95" name="Google Shape;795;p14"/>
            <p:cNvSpPr txBox="1"/>
            <p:nvPr/>
          </p:nvSpPr>
          <p:spPr>
            <a:xfrm>
              <a:off x="201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6" name="Google Shape;796;p14"/>
            <p:cNvSpPr txBox="1"/>
            <p:nvPr/>
          </p:nvSpPr>
          <p:spPr>
            <a:xfrm>
              <a:off x="2032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97" name="Google Shape;797;p14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798" name="Google Shape;798;p14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799" name="Google Shape;799;p14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800" name="Google Shape;800;p14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S1=</a:t>
              </a:r>
              <a:endParaRPr/>
            </a:p>
          </p:txBody>
        </p:sp>
      </p:grpSp>
      <p:grpSp>
        <p:nvGrpSpPr>
          <p:cNvPr id="801" name="Google Shape;801;p14"/>
          <p:cNvGrpSpPr/>
          <p:nvPr/>
        </p:nvGrpSpPr>
        <p:grpSpPr>
          <a:xfrm>
            <a:off x="4876800" y="4876800"/>
            <a:ext cx="2473325" cy="1820862"/>
            <a:chOff x="768" y="3024"/>
            <a:chExt cx="1558" cy="1147"/>
          </a:xfrm>
        </p:grpSpPr>
        <p:sp>
          <p:nvSpPr>
            <p:cNvPr id="802" name="Google Shape;802;p14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803" name="Google Shape;803;p14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804" name="Google Shape;804;p14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805" name="Google Shape;805;p14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806" name="Google Shape;806;p14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07" name="Google Shape;807;p14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808" name="Google Shape;808;p14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9" name="Google Shape;809;p14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0" name="Google Shape;810;p14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1" name="Google Shape;811;p14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12" name="Google Shape;812;p14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13" name="Google Shape;813;p14"/>
            <p:cNvSpPr txBox="1"/>
            <p:nvPr/>
          </p:nvSpPr>
          <p:spPr>
            <a:xfrm>
              <a:off x="117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14" name="Google Shape;814;p14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15" name="Google Shape;815;p14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16" name="Google Shape;816;p14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7" name="Google Shape;817;p14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p14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9" name="Google Shape;819;p14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0" name="Google Shape;820;p14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1" name="Google Shape;821;p14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22" name="Google Shape;822;p14"/>
            <p:cNvSpPr txBox="1"/>
            <p:nvPr/>
          </p:nvSpPr>
          <p:spPr>
            <a:xfrm>
              <a:off x="201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3" name="Google Shape;823;p14"/>
            <p:cNvSpPr txBox="1"/>
            <p:nvPr/>
          </p:nvSpPr>
          <p:spPr>
            <a:xfrm>
              <a:off x="2032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4" name="Google Shape;824;p14"/>
            <p:cNvSpPr txBox="1"/>
            <p:nvPr/>
          </p:nvSpPr>
          <p:spPr>
            <a:xfrm>
              <a:off x="1756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5" name="Google Shape;825;p14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826" name="Google Shape;826;p14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827" name="Google Shape;827;p14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S2=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5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833" name="Google Shape;833;p15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3 Variáveis (6) </a:t>
            </a:r>
            <a:endParaRPr/>
          </a:p>
        </p:txBody>
      </p:sp>
      <p:sp>
        <p:nvSpPr>
          <p:cNvPr id="834" name="Google Shape;834;p15"/>
          <p:cNvSpPr txBox="1"/>
          <p:nvPr>
            <p:ph idx="1" type="body"/>
          </p:nvPr>
        </p:nvSpPr>
        <p:spPr>
          <a:xfrm>
            <a:off x="685800" y="8382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</p:txBody>
      </p:sp>
      <p:grpSp>
        <p:nvGrpSpPr>
          <p:cNvPr id="835" name="Google Shape;835;p15"/>
          <p:cNvGrpSpPr/>
          <p:nvPr/>
        </p:nvGrpSpPr>
        <p:grpSpPr>
          <a:xfrm>
            <a:off x="1219200" y="1303337"/>
            <a:ext cx="2473325" cy="1820862"/>
            <a:chOff x="768" y="3024"/>
            <a:chExt cx="1558" cy="1147"/>
          </a:xfrm>
        </p:grpSpPr>
        <p:sp>
          <p:nvSpPr>
            <p:cNvPr id="836" name="Google Shape;836;p15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837" name="Google Shape;837;p15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838" name="Google Shape;838;p15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839" name="Google Shape;839;p15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840" name="Google Shape;840;p15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41" name="Google Shape;841;p15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842" name="Google Shape;842;p15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3" name="Google Shape;843;p15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4" name="Google Shape;844;p15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5" name="Google Shape;845;p15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46" name="Google Shape;846;p15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47" name="Google Shape;847;p15"/>
            <p:cNvSpPr txBox="1"/>
            <p:nvPr/>
          </p:nvSpPr>
          <p:spPr>
            <a:xfrm>
              <a:off x="117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48" name="Google Shape;848;p15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49" name="Google Shape;849;p15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50" name="Google Shape;850;p15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1" name="Google Shape;851;p15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2" name="Google Shape;852;p15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3" name="Google Shape;853;p15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4" name="Google Shape;854;p15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5" name="Google Shape;855;p15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56" name="Google Shape;856;p15"/>
            <p:cNvSpPr txBox="1"/>
            <p:nvPr/>
          </p:nvSpPr>
          <p:spPr>
            <a:xfrm>
              <a:off x="201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7" name="Google Shape;857;p15"/>
            <p:cNvSpPr txBox="1"/>
            <p:nvPr/>
          </p:nvSpPr>
          <p:spPr>
            <a:xfrm>
              <a:off x="2032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8" name="Google Shape;858;p15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59" name="Google Shape;859;p15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860" name="Google Shape;860;p15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861" name="Google Shape;861;p15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S3=</a:t>
              </a:r>
              <a:endParaRPr/>
            </a:p>
          </p:txBody>
        </p:sp>
      </p:grpSp>
      <p:grpSp>
        <p:nvGrpSpPr>
          <p:cNvPr id="862" name="Google Shape;862;p15"/>
          <p:cNvGrpSpPr/>
          <p:nvPr/>
        </p:nvGrpSpPr>
        <p:grpSpPr>
          <a:xfrm>
            <a:off x="4876800" y="1379537"/>
            <a:ext cx="2473325" cy="1820862"/>
            <a:chOff x="768" y="3024"/>
            <a:chExt cx="1558" cy="1147"/>
          </a:xfrm>
        </p:grpSpPr>
        <p:sp>
          <p:nvSpPr>
            <p:cNvPr id="863" name="Google Shape;863;p15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864" name="Google Shape;864;p15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865" name="Google Shape;865;p15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866" name="Google Shape;866;p15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867" name="Google Shape;867;p15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68" name="Google Shape;868;p15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869" name="Google Shape;869;p15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0" name="Google Shape;870;p15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1" name="Google Shape;871;p15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2" name="Google Shape;872;p15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73" name="Google Shape;873;p15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74" name="Google Shape;874;p15"/>
            <p:cNvSpPr txBox="1"/>
            <p:nvPr/>
          </p:nvSpPr>
          <p:spPr>
            <a:xfrm>
              <a:off x="117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5" name="Google Shape;875;p15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76" name="Google Shape;876;p15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77" name="Google Shape;877;p15"/>
            <p:cNvSpPr txBox="1"/>
            <p:nvPr/>
          </p:nvSpPr>
          <p:spPr>
            <a:xfrm>
              <a:off x="1180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78" name="Google Shape;878;p15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9" name="Google Shape;879;p15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0" name="Google Shape;880;p15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1" name="Google Shape;881;p15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2" name="Google Shape;882;p15"/>
            <p:cNvSpPr txBox="1"/>
            <p:nvPr/>
          </p:nvSpPr>
          <p:spPr>
            <a:xfrm>
              <a:off x="1752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15"/>
            <p:cNvSpPr txBox="1"/>
            <p:nvPr/>
          </p:nvSpPr>
          <p:spPr>
            <a:xfrm>
              <a:off x="201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4" name="Google Shape;884;p15"/>
            <p:cNvSpPr txBox="1"/>
            <p:nvPr/>
          </p:nvSpPr>
          <p:spPr>
            <a:xfrm>
              <a:off x="2032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885" name="Google Shape;885;p15"/>
            <p:cNvSpPr txBox="1"/>
            <p:nvPr/>
          </p:nvSpPr>
          <p:spPr>
            <a:xfrm>
              <a:off x="1756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6" name="Google Shape;886;p15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887" name="Google Shape;887;p15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888" name="Google Shape;888;p15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S4=</a:t>
              </a:r>
              <a:endParaRPr/>
            </a:p>
          </p:txBody>
        </p:sp>
      </p:grpSp>
      <p:grpSp>
        <p:nvGrpSpPr>
          <p:cNvPr id="889" name="Google Shape;889;p15"/>
          <p:cNvGrpSpPr/>
          <p:nvPr/>
        </p:nvGrpSpPr>
        <p:grpSpPr>
          <a:xfrm>
            <a:off x="1219200" y="3741737"/>
            <a:ext cx="2473325" cy="1820862"/>
            <a:chOff x="768" y="3024"/>
            <a:chExt cx="1558" cy="1147"/>
          </a:xfrm>
        </p:grpSpPr>
        <p:sp>
          <p:nvSpPr>
            <p:cNvPr id="890" name="Google Shape;890;p15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891" name="Google Shape;891;p15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892" name="Google Shape;892;p15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893" name="Google Shape;893;p15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894" name="Google Shape;894;p15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95" name="Google Shape;895;p15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896" name="Google Shape;896;p15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7" name="Google Shape;897;p15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8" name="Google Shape;898;p15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9" name="Google Shape;899;p15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0" name="Google Shape;900;p15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01" name="Google Shape;901;p15"/>
            <p:cNvSpPr txBox="1"/>
            <p:nvPr/>
          </p:nvSpPr>
          <p:spPr>
            <a:xfrm>
              <a:off x="1176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2" name="Google Shape;902;p15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03" name="Google Shape;903;p15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04" name="Google Shape;904;p15"/>
            <p:cNvSpPr txBox="1"/>
            <p:nvPr/>
          </p:nvSpPr>
          <p:spPr>
            <a:xfrm>
              <a:off x="1180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5" name="Google Shape;905;p15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15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7" name="Google Shape;907;p15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8" name="Google Shape;908;p15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9" name="Google Shape;909;p15"/>
            <p:cNvSpPr txBox="1"/>
            <p:nvPr/>
          </p:nvSpPr>
          <p:spPr>
            <a:xfrm>
              <a:off x="1752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10" name="Google Shape;910;p15"/>
            <p:cNvSpPr txBox="1"/>
            <p:nvPr/>
          </p:nvSpPr>
          <p:spPr>
            <a:xfrm>
              <a:off x="201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11" name="Google Shape;911;p15"/>
            <p:cNvSpPr txBox="1"/>
            <p:nvPr/>
          </p:nvSpPr>
          <p:spPr>
            <a:xfrm>
              <a:off x="2032" y="3917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2" name="Google Shape;912;p15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13" name="Google Shape;913;p15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914" name="Google Shape;914;p15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915" name="Google Shape;915;p15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S5=</a:t>
              </a:r>
              <a:endParaRPr/>
            </a:p>
          </p:txBody>
        </p:sp>
      </p:grpSp>
      <p:grpSp>
        <p:nvGrpSpPr>
          <p:cNvPr id="916" name="Google Shape;916;p15"/>
          <p:cNvGrpSpPr/>
          <p:nvPr/>
        </p:nvGrpSpPr>
        <p:grpSpPr>
          <a:xfrm>
            <a:off x="4876800" y="3817937"/>
            <a:ext cx="2473325" cy="1820862"/>
            <a:chOff x="768" y="3024"/>
            <a:chExt cx="1558" cy="1147"/>
          </a:xfrm>
        </p:grpSpPr>
        <p:sp>
          <p:nvSpPr>
            <p:cNvPr id="917" name="Google Shape;917;p15"/>
            <p:cNvSpPr txBox="1"/>
            <p:nvPr/>
          </p:nvSpPr>
          <p:spPr>
            <a:xfrm>
              <a:off x="768" y="340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918" name="Google Shape;918;p15"/>
            <p:cNvSpPr txBox="1"/>
            <p:nvPr/>
          </p:nvSpPr>
          <p:spPr>
            <a:xfrm>
              <a:off x="934" y="360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919" name="Google Shape;919;p15"/>
            <p:cNvSpPr txBox="1"/>
            <p:nvPr/>
          </p:nvSpPr>
          <p:spPr>
            <a:xfrm>
              <a:off x="1136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920" name="Google Shape;920;p15"/>
            <p:cNvSpPr txBox="1"/>
            <p:nvPr/>
          </p:nvSpPr>
          <p:spPr>
            <a:xfrm>
              <a:off x="1442" y="336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921" name="Google Shape;921;p15"/>
            <p:cNvSpPr txBox="1"/>
            <p:nvPr/>
          </p:nvSpPr>
          <p:spPr>
            <a:xfrm>
              <a:off x="940" y="388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922" name="Google Shape;922;p15"/>
            <p:cNvSpPr txBox="1"/>
            <p:nvPr/>
          </p:nvSpPr>
          <p:spPr>
            <a:xfrm>
              <a:off x="852" y="3216"/>
              <a:ext cx="33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sp>
          <p:nvSpPr>
            <p:cNvPr id="923" name="Google Shape;923;p15"/>
            <p:cNvSpPr txBox="1"/>
            <p:nvPr/>
          </p:nvSpPr>
          <p:spPr>
            <a:xfrm>
              <a:off x="1152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4" name="Google Shape;924;p15"/>
            <p:cNvSpPr txBox="1"/>
            <p:nvPr/>
          </p:nvSpPr>
          <p:spPr>
            <a:xfrm>
              <a:off x="1440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5" name="Google Shape;925;p15"/>
            <p:cNvSpPr txBox="1"/>
            <p:nvPr/>
          </p:nvSpPr>
          <p:spPr>
            <a:xfrm>
              <a:off x="1440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6" name="Google Shape;926;p15"/>
            <p:cNvSpPr txBox="1"/>
            <p:nvPr/>
          </p:nvSpPr>
          <p:spPr>
            <a:xfrm>
              <a:off x="1152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27" name="Google Shape;927;p15"/>
            <p:cNvCxnSpPr/>
            <p:nvPr/>
          </p:nvCxnSpPr>
          <p:spPr>
            <a:xfrm rot="10800000">
              <a:off x="824" y="3363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28" name="Google Shape;928;p15"/>
            <p:cNvSpPr txBox="1"/>
            <p:nvPr/>
          </p:nvSpPr>
          <p:spPr>
            <a:xfrm>
              <a:off x="117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29" name="Google Shape;929;p15"/>
            <p:cNvSpPr txBox="1"/>
            <p:nvPr/>
          </p:nvSpPr>
          <p:spPr>
            <a:xfrm>
              <a:off x="1440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30" name="Google Shape;930;p15"/>
            <p:cNvSpPr txBox="1"/>
            <p:nvPr/>
          </p:nvSpPr>
          <p:spPr>
            <a:xfrm>
              <a:off x="14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31" name="Google Shape;931;p15"/>
            <p:cNvSpPr txBox="1"/>
            <p:nvPr/>
          </p:nvSpPr>
          <p:spPr>
            <a:xfrm>
              <a:off x="1180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32" name="Google Shape;932;p15"/>
            <p:cNvSpPr txBox="1"/>
            <p:nvPr/>
          </p:nvSpPr>
          <p:spPr>
            <a:xfrm>
              <a:off x="1728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3" name="Google Shape;933;p15"/>
            <p:cNvSpPr txBox="1"/>
            <p:nvPr/>
          </p:nvSpPr>
          <p:spPr>
            <a:xfrm>
              <a:off x="2016" y="3595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4" name="Google Shape;934;p15"/>
            <p:cNvSpPr txBox="1"/>
            <p:nvPr/>
          </p:nvSpPr>
          <p:spPr>
            <a:xfrm>
              <a:off x="2016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5" name="Google Shape;935;p15"/>
            <p:cNvSpPr txBox="1"/>
            <p:nvPr/>
          </p:nvSpPr>
          <p:spPr>
            <a:xfrm>
              <a:off x="1728" y="388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6" name="Google Shape;936;p15"/>
            <p:cNvSpPr txBox="1"/>
            <p:nvPr/>
          </p:nvSpPr>
          <p:spPr>
            <a:xfrm>
              <a:off x="1752" y="3645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7" name="Google Shape;937;p15"/>
            <p:cNvSpPr txBox="1"/>
            <p:nvPr/>
          </p:nvSpPr>
          <p:spPr>
            <a:xfrm>
              <a:off x="2016" y="36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38" name="Google Shape;938;p15"/>
            <p:cNvSpPr txBox="1"/>
            <p:nvPr/>
          </p:nvSpPr>
          <p:spPr>
            <a:xfrm>
              <a:off x="2032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39" name="Google Shape;939;p15"/>
            <p:cNvSpPr txBox="1"/>
            <p:nvPr/>
          </p:nvSpPr>
          <p:spPr>
            <a:xfrm>
              <a:off x="1756" y="3921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40" name="Google Shape;940;p15"/>
            <p:cNvSpPr txBox="1"/>
            <p:nvPr/>
          </p:nvSpPr>
          <p:spPr>
            <a:xfrm>
              <a:off x="172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941" name="Google Shape;941;p15"/>
            <p:cNvSpPr txBox="1"/>
            <p:nvPr/>
          </p:nvSpPr>
          <p:spPr>
            <a:xfrm>
              <a:off x="2032" y="3355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942" name="Google Shape;942;p15"/>
            <p:cNvSpPr txBox="1"/>
            <p:nvPr/>
          </p:nvSpPr>
          <p:spPr>
            <a:xfrm>
              <a:off x="861" y="3024"/>
              <a:ext cx="40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S6=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6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948" name="Google Shape;948;p16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4 Variáveis </a:t>
            </a:r>
            <a:endParaRPr/>
          </a:p>
        </p:txBody>
      </p:sp>
      <p:sp>
        <p:nvSpPr>
          <p:cNvPr id="949" name="Google Shape;949;p16"/>
          <p:cNvSpPr txBox="1"/>
          <p:nvPr>
            <p:ph idx="1" type="body"/>
          </p:nvPr>
        </p:nvSpPr>
        <p:spPr>
          <a:xfrm>
            <a:off x="914400" y="1143000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Mapa de Karnaugh de 4 variáveis é formado por 16 células 2</a:t>
            </a:r>
            <a:r>
              <a:rPr b="0" baseline="3000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= 16</a:t>
            </a:r>
            <a:endParaRPr/>
          </a:p>
        </p:txBody>
      </p:sp>
      <p:grpSp>
        <p:nvGrpSpPr>
          <p:cNvPr id="950" name="Google Shape;950;p16"/>
          <p:cNvGrpSpPr/>
          <p:nvPr/>
        </p:nvGrpSpPr>
        <p:grpSpPr>
          <a:xfrm>
            <a:off x="1295400" y="2133600"/>
            <a:ext cx="2638425" cy="2425700"/>
            <a:chOff x="1864" y="1344"/>
            <a:chExt cx="1662" cy="1528"/>
          </a:xfrm>
        </p:grpSpPr>
        <p:sp>
          <p:nvSpPr>
            <p:cNvPr id="951" name="Google Shape;951;p16"/>
            <p:cNvSpPr txBox="1"/>
            <p:nvPr/>
          </p:nvSpPr>
          <p:spPr>
            <a:xfrm>
              <a:off x="1864" y="1536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/>
            </a:p>
          </p:txBody>
        </p:sp>
        <p:sp>
          <p:nvSpPr>
            <p:cNvPr id="952" name="Google Shape;952;p16"/>
            <p:cNvSpPr txBox="1"/>
            <p:nvPr/>
          </p:nvSpPr>
          <p:spPr>
            <a:xfrm>
              <a:off x="2086" y="1762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953" name="Google Shape;953;p16"/>
            <p:cNvSpPr txBox="1"/>
            <p:nvPr/>
          </p:nvSpPr>
          <p:spPr>
            <a:xfrm>
              <a:off x="2336" y="148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954" name="Google Shape;954;p16"/>
            <p:cNvSpPr txBox="1"/>
            <p:nvPr/>
          </p:nvSpPr>
          <p:spPr>
            <a:xfrm>
              <a:off x="2642" y="148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955" name="Google Shape;955;p16"/>
            <p:cNvSpPr txBox="1"/>
            <p:nvPr/>
          </p:nvSpPr>
          <p:spPr>
            <a:xfrm>
              <a:off x="2092" y="204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956" name="Google Shape;956;p16"/>
            <p:cNvSpPr txBox="1"/>
            <p:nvPr/>
          </p:nvSpPr>
          <p:spPr>
            <a:xfrm>
              <a:off x="2052" y="1344"/>
              <a:ext cx="3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/>
            </a:p>
          </p:txBody>
        </p:sp>
        <p:sp>
          <p:nvSpPr>
            <p:cNvPr id="957" name="Google Shape;957;p16"/>
            <p:cNvSpPr txBox="1"/>
            <p:nvPr/>
          </p:nvSpPr>
          <p:spPr>
            <a:xfrm>
              <a:off x="2352" y="172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8" name="Google Shape;958;p16"/>
            <p:cNvSpPr txBox="1"/>
            <p:nvPr/>
          </p:nvSpPr>
          <p:spPr>
            <a:xfrm>
              <a:off x="2640" y="172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9" name="Google Shape;959;p16"/>
            <p:cNvSpPr txBox="1"/>
            <p:nvPr/>
          </p:nvSpPr>
          <p:spPr>
            <a:xfrm>
              <a:off x="2640" y="201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0" name="Google Shape;960;p16"/>
            <p:cNvSpPr txBox="1"/>
            <p:nvPr/>
          </p:nvSpPr>
          <p:spPr>
            <a:xfrm>
              <a:off x="2352" y="201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61" name="Google Shape;961;p16"/>
            <p:cNvCxnSpPr/>
            <p:nvPr/>
          </p:nvCxnSpPr>
          <p:spPr>
            <a:xfrm rot="10800000">
              <a:off x="2024" y="1491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62" name="Google Shape;962;p16"/>
            <p:cNvSpPr txBox="1"/>
            <p:nvPr/>
          </p:nvSpPr>
          <p:spPr>
            <a:xfrm>
              <a:off x="2376" y="1777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endParaRPr/>
            </a:p>
          </p:txBody>
        </p:sp>
        <p:sp>
          <p:nvSpPr>
            <p:cNvPr id="963" name="Google Shape;963;p16"/>
            <p:cNvSpPr txBox="1"/>
            <p:nvPr/>
          </p:nvSpPr>
          <p:spPr>
            <a:xfrm>
              <a:off x="2640" y="1777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964" name="Google Shape;964;p16"/>
            <p:cNvSpPr txBox="1"/>
            <p:nvPr/>
          </p:nvSpPr>
          <p:spPr>
            <a:xfrm>
              <a:off x="2656" y="20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/>
            </a:p>
          </p:txBody>
        </p:sp>
        <p:sp>
          <p:nvSpPr>
            <p:cNvPr id="965" name="Google Shape;965;p16"/>
            <p:cNvSpPr txBox="1"/>
            <p:nvPr/>
          </p:nvSpPr>
          <p:spPr>
            <a:xfrm>
              <a:off x="2380" y="20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</a:t>
              </a:r>
              <a:endParaRPr/>
            </a:p>
          </p:txBody>
        </p:sp>
        <p:sp>
          <p:nvSpPr>
            <p:cNvPr id="966" name="Google Shape;966;p16"/>
            <p:cNvSpPr txBox="1"/>
            <p:nvPr/>
          </p:nvSpPr>
          <p:spPr>
            <a:xfrm>
              <a:off x="2928" y="172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7" name="Google Shape;967;p16"/>
            <p:cNvSpPr txBox="1"/>
            <p:nvPr/>
          </p:nvSpPr>
          <p:spPr>
            <a:xfrm>
              <a:off x="3216" y="1723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16"/>
            <p:cNvSpPr txBox="1"/>
            <p:nvPr/>
          </p:nvSpPr>
          <p:spPr>
            <a:xfrm>
              <a:off x="3216" y="201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9" name="Google Shape;969;p16"/>
            <p:cNvSpPr txBox="1"/>
            <p:nvPr/>
          </p:nvSpPr>
          <p:spPr>
            <a:xfrm>
              <a:off x="2928" y="2011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16"/>
            <p:cNvSpPr txBox="1"/>
            <p:nvPr/>
          </p:nvSpPr>
          <p:spPr>
            <a:xfrm>
              <a:off x="2952" y="1777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</a:t>
              </a:r>
              <a:endParaRPr/>
            </a:p>
          </p:txBody>
        </p:sp>
        <p:sp>
          <p:nvSpPr>
            <p:cNvPr id="971" name="Google Shape;971;p16"/>
            <p:cNvSpPr txBox="1"/>
            <p:nvPr/>
          </p:nvSpPr>
          <p:spPr>
            <a:xfrm>
              <a:off x="3216" y="1777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</a:t>
              </a:r>
              <a:endParaRPr/>
            </a:p>
          </p:txBody>
        </p:sp>
        <p:sp>
          <p:nvSpPr>
            <p:cNvPr id="972" name="Google Shape;972;p16"/>
            <p:cNvSpPr txBox="1"/>
            <p:nvPr/>
          </p:nvSpPr>
          <p:spPr>
            <a:xfrm>
              <a:off x="3232" y="20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</a:t>
              </a:r>
              <a:endParaRPr/>
            </a:p>
          </p:txBody>
        </p:sp>
        <p:sp>
          <p:nvSpPr>
            <p:cNvPr id="973" name="Google Shape;973;p16"/>
            <p:cNvSpPr txBox="1"/>
            <p:nvPr/>
          </p:nvSpPr>
          <p:spPr>
            <a:xfrm>
              <a:off x="2956" y="2049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</a:t>
              </a:r>
              <a:endParaRPr/>
            </a:p>
          </p:txBody>
        </p:sp>
        <p:sp>
          <p:nvSpPr>
            <p:cNvPr id="974" name="Google Shape;974;p16"/>
            <p:cNvSpPr txBox="1"/>
            <p:nvPr/>
          </p:nvSpPr>
          <p:spPr>
            <a:xfrm>
              <a:off x="2922" y="1483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975" name="Google Shape;975;p16"/>
            <p:cNvSpPr txBox="1"/>
            <p:nvPr/>
          </p:nvSpPr>
          <p:spPr>
            <a:xfrm>
              <a:off x="3232" y="1483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976" name="Google Shape;976;p16"/>
            <p:cNvSpPr txBox="1"/>
            <p:nvPr/>
          </p:nvSpPr>
          <p:spPr>
            <a:xfrm>
              <a:off x="2352" y="2296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7" name="Google Shape;977;p16"/>
            <p:cNvSpPr txBox="1"/>
            <p:nvPr/>
          </p:nvSpPr>
          <p:spPr>
            <a:xfrm>
              <a:off x="2640" y="2296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8" name="Google Shape;978;p16"/>
            <p:cNvSpPr txBox="1"/>
            <p:nvPr/>
          </p:nvSpPr>
          <p:spPr>
            <a:xfrm>
              <a:off x="2640" y="258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9" name="Google Shape;979;p16"/>
            <p:cNvSpPr txBox="1"/>
            <p:nvPr/>
          </p:nvSpPr>
          <p:spPr>
            <a:xfrm>
              <a:off x="2352" y="258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0" name="Google Shape;980;p16"/>
            <p:cNvSpPr txBox="1"/>
            <p:nvPr/>
          </p:nvSpPr>
          <p:spPr>
            <a:xfrm>
              <a:off x="2328" y="2350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12</a:t>
              </a:r>
              <a:endParaRPr/>
            </a:p>
          </p:txBody>
        </p:sp>
        <p:sp>
          <p:nvSpPr>
            <p:cNvPr id="981" name="Google Shape;981;p16"/>
            <p:cNvSpPr txBox="1"/>
            <p:nvPr/>
          </p:nvSpPr>
          <p:spPr>
            <a:xfrm>
              <a:off x="2608" y="2350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13</a:t>
              </a:r>
              <a:endParaRPr/>
            </a:p>
          </p:txBody>
        </p:sp>
        <p:sp>
          <p:nvSpPr>
            <p:cNvPr id="982" name="Google Shape;982;p16"/>
            <p:cNvSpPr txBox="1"/>
            <p:nvPr/>
          </p:nvSpPr>
          <p:spPr>
            <a:xfrm>
              <a:off x="2656" y="2622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9</a:t>
              </a:r>
              <a:endParaRPr/>
            </a:p>
          </p:txBody>
        </p:sp>
        <p:sp>
          <p:nvSpPr>
            <p:cNvPr id="983" name="Google Shape;983;p16"/>
            <p:cNvSpPr txBox="1"/>
            <p:nvPr/>
          </p:nvSpPr>
          <p:spPr>
            <a:xfrm>
              <a:off x="2380" y="2622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8</a:t>
              </a:r>
              <a:endParaRPr/>
            </a:p>
          </p:txBody>
        </p:sp>
        <p:sp>
          <p:nvSpPr>
            <p:cNvPr id="984" name="Google Shape;984;p16"/>
            <p:cNvSpPr txBox="1"/>
            <p:nvPr/>
          </p:nvSpPr>
          <p:spPr>
            <a:xfrm>
              <a:off x="2928" y="2296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16"/>
            <p:cNvSpPr txBox="1"/>
            <p:nvPr/>
          </p:nvSpPr>
          <p:spPr>
            <a:xfrm>
              <a:off x="3216" y="2296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6" name="Google Shape;986;p16"/>
            <p:cNvSpPr txBox="1"/>
            <p:nvPr/>
          </p:nvSpPr>
          <p:spPr>
            <a:xfrm>
              <a:off x="3216" y="258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7" name="Google Shape;987;p16"/>
            <p:cNvSpPr txBox="1"/>
            <p:nvPr/>
          </p:nvSpPr>
          <p:spPr>
            <a:xfrm>
              <a:off x="2928" y="2584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8" name="Google Shape;988;p16"/>
            <p:cNvSpPr txBox="1"/>
            <p:nvPr/>
          </p:nvSpPr>
          <p:spPr>
            <a:xfrm>
              <a:off x="2904" y="2350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15</a:t>
              </a:r>
              <a:endParaRPr/>
            </a:p>
          </p:txBody>
        </p:sp>
        <p:sp>
          <p:nvSpPr>
            <p:cNvPr id="989" name="Google Shape;989;p16"/>
            <p:cNvSpPr txBox="1"/>
            <p:nvPr/>
          </p:nvSpPr>
          <p:spPr>
            <a:xfrm>
              <a:off x="3192" y="2350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14</a:t>
              </a:r>
              <a:endParaRPr/>
            </a:p>
          </p:txBody>
        </p:sp>
        <p:sp>
          <p:nvSpPr>
            <p:cNvPr id="990" name="Google Shape;990;p16"/>
            <p:cNvSpPr txBox="1"/>
            <p:nvPr/>
          </p:nvSpPr>
          <p:spPr>
            <a:xfrm>
              <a:off x="3192" y="262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10</a:t>
              </a:r>
              <a:endParaRPr/>
            </a:p>
          </p:txBody>
        </p:sp>
        <p:sp>
          <p:nvSpPr>
            <p:cNvPr id="991" name="Google Shape;991;p16"/>
            <p:cNvSpPr txBox="1"/>
            <p:nvPr/>
          </p:nvSpPr>
          <p:spPr>
            <a:xfrm>
              <a:off x="2912" y="262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11</a:t>
              </a:r>
              <a:endParaRPr/>
            </a:p>
          </p:txBody>
        </p:sp>
        <p:sp>
          <p:nvSpPr>
            <p:cNvPr id="992" name="Google Shape;992;p16"/>
            <p:cNvSpPr txBox="1"/>
            <p:nvPr/>
          </p:nvSpPr>
          <p:spPr>
            <a:xfrm>
              <a:off x="2092" y="233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993" name="Google Shape;993;p16"/>
            <p:cNvSpPr txBox="1"/>
            <p:nvPr/>
          </p:nvSpPr>
          <p:spPr>
            <a:xfrm>
              <a:off x="2074" y="261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sp>
        <p:nvSpPr>
          <p:cNvPr id="994" name="Google Shape;994;p16"/>
          <p:cNvSpPr txBox="1"/>
          <p:nvPr/>
        </p:nvSpPr>
        <p:spPr>
          <a:xfrm>
            <a:off x="4343400" y="3032125"/>
            <a:ext cx="4341812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Obs.: Nesse caso, além das bordas,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os cantos também são adjacentes;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 seja, as células 0-2-10-8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7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000" name="Google Shape;1000;p17"/>
          <p:cNvSpPr txBox="1"/>
          <p:nvPr/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4 Variáveis </a:t>
            </a:r>
            <a:endParaRPr/>
          </a:p>
        </p:txBody>
      </p:sp>
      <p:sp>
        <p:nvSpPr>
          <p:cNvPr id="1001" name="Google Shape;1001;p17"/>
          <p:cNvSpPr txBox="1"/>
          <p:nvPr/>
        </p:nvSpPr>
        <p:spPr>
          <a:xfrm>
            <a:off x="1219200" y="1524000"/>
            <a:ext cx="3333750" cy="4760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B   C    D      S</a:t>
            </a:r>
            <a:r>
              <a:rPr b="0" baseline="-2500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b="0" baseline="-2500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b="0" baseline="-2500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b="0" baseline="-2500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b="0" baseline="-2500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0    0        1	1  0  0  0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0    1        0	0  1  0  1  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1    0       1	1  1  0  0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0    1    1       0	0  0  1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0    0        0	1  1  0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0    1        0	0  0  0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1    0        0	1  1  0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 1    1    1       0	1  0  0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0    0        1	1  0  1  0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0    1        0	0  0  1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1    0       1	1  1  1  0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0    1    1       1	0  0  1  1 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0    0        0	1  1  1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0    1        0	0  0  1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1    0        1	1  1  1  1 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1    1    1       1	0  0  1  1  0</a:t>
            </a:r>
            <a:endParaRPr/>
          </a:p>
        </p:txBody>
      </p:sp>
      <p:cxnSp>
        <p:nvCxnSpPr>
          <p:cNvPr id="1002" name="Google Shape;1002;p17"/>
          <p:cNvCxnSpPr/>
          <p:nvPr/>
        </p:nvCxnSpPr>
        <p:spPr>
          <a:xfrm>
            <a:off x="2590800" y="1576387"/>
            <a:ext cx="0" cy="4724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3" name="Google Shape;1003;p17"/>
          <p:cNvCxnSpPr/>
          <p:nvPr/>
        </p:nvCxnSpPr>
        <p:spPr>
          <a:xfrm>
            <a:off x="838200" y="1838325"/>
            <a:ext cx="4953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4" name="Google Shape;1004;p17"/>
          <p:cNvCxnSpPr/>
          <p:nvPr/>
        </p:nvCxnSpPr>
        <p:spPr>
          <a:xfrm>
            <a:off x="3048000" y="1524000"/>
            <a:ext cx="0" cy="4724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5" name="Google Shape;1005;p17"/>
          <p:cNvCxnSpPr/>
          <p:nvPr/>
        </p:nvCxnSpPr>
        <p:spPr>
          <a:xfrm>
            <a:off x="3352800" y="1524000"/>
            <a:ext cx="0" cy="4724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6" name="Google Shape;1006;p17"/>
          <p:cNvCxnSpPr/>
          <p:nvPr/>
        </p:nvCxnSpPr>
        <p:spPr>
          <a:xfrm>
            <a:off x="3581400" y="1524000"/>
            <a:ext cx="0" cy="4724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7" name="Google Shape;1007;p17"/>
          <p:cNvCxnSpPr/>
          <p:nvPr/>
        </p:nvCxnSpPr>
        <p:spPr>
          <a:xfrm>
            <a:off x="3810000" y="1524000"/>
            <a:ext cx="0" cy="4724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8" name="Google Shape;1008;p17"/>
          <p:cNvCxnSpPr/>
          <p:nvPr/>
        </p:nvCxnSpPr>
        <p:spPr>
          <a:xfrm>
            <a:off x="4038600" y="1524000"/>
            <a:ext cx="0" cy="4724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8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015" name="Google Shape;1015;p18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4 Variáveis (2) </a:t>
            </a:r>
            <a:endParaRPr/>
          </a:p>
        </p:txBody>
      </p:sp>
      <p:sp>
        <p:nvSpPr>
          <p:cNvPr id="1016" name="Google Shape;1016;p18"/>
          <p:cNvSpPr txBox="1"/>
          <p:nvPr>
            <p:ph idx="1" type="body"/>
          </p:nvPr>
        </p:nvSpPr>
        <p:spPr>
          <a:xfrm>
            <a:off x="914400" y="838200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</p:txBody>
      </p:sp>
      <p:grpSp>
        <p:nvGrpSpPr>
          <p:cNvPr id="1017" name="Google Shape;1017;p18"/>
          <p:cNvGrpSpPr/>
          <p:nvPr/>
        </p:nvGrpSpPr>
        <p:grpSpPr>
          <a:xfrm>
            <a:off x="990600" y="1295400"/>
            <a:ext cx="2714625" cy="2670175"/>
            <a:chOff x="624" y="1046"/>
            <a:chExt cx="1710" cy="1682"/>
          </a:xfrm>
        </p:grpSpPr>
        <p:sp>
          <p:nvSpPr>
            <p:cNvPr id="1018" name="Google Shape;1018;p18"/>
            <p:cNvSpPr txBox="1"/>
            <p:nvPr/>
          </p:nvSpPr>
          <p:spPr>
            <a:xfrm>
              <a:off x="672" y="139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/>
            </a:p>
          </p:txBody>
        </p:sp>
        <p:sp>
          <p:nvSpPr>
            <p:cNvPr id="1019" name="Google Shape;1019;p18"/>
            <p:cNvSpPr txBox="1"/>
            <p:nvPr/>
          </p:nvSpPr>
          <p:spPr>
            <a:xfrm>
              <a:off x="894" y="161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020" name="Google Shape;1020;p18"/>
            <p:cNvSpPr txBox="1"/>
            <p:nvPr/>
          </p:nvSpPr>
          <p:spPr>
            <a:xfrm>
              <a:off x="1144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021" name="Google Shape;1021;p18"/>
            <p:cNvSpPr txBox="1"/>
            <p:nvPr/>
          </p:nvSpPr>
          <p:spPr>
            <a:xfrm>
              <a:off x="1450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022" name="Google Shape;1022;p18"/>
            <p:cNvSpPr txBox="1"/>
            <p:nvPr/>
          </p:nvSpPr>
          <p:spPr>
            <a:xfrm>
              <a:off x="900" y="189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023" name="Google Shape;1023;p18"/>
            <p:cNvSpPr txBox="1"/>
            <p:nvPr/>
          </p:nvSpPr>
          <p:spPr>
            <a:xfrm>
              <a:off x="860" y="1200"/>
              <a:ext cx="3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/>
            </a:p>
          </p:txBody>
        </p:sp>
        <p:sp>
          <p:nvSpPr>
            <p:cNvPr id="1024" name="Google Shape;1024;p18"/>
            <p:cNvSpPr txBox="1"/>
            <p:nvPr/>
          </p:nvSpPr>
          <p:spPr>
            <a:xfrm>
              <a:off x="1160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5" name="Google Shape;1025;p18"/>
            <p:cNvSpPr txBox="1"/>
            <p:nvPr/>
          </p:nvSpPr>
          <p:spPr>
            <a:xfrm>
              <a:off x="1448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p18"/>
            <p:cNvSpPr txBox="1"/>
            <p:nvPr/>
          </p:nvSpPr>
          <p:spPr>
            <a:xfrm>
              <a:off x="1448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7" name="Google Shape;1027;p18"/>
            <p:cNvSpPr txBox="1"/>
            <p:nvPr/>
          </p:nvSpPr>
          <p:spPr>
            <a:xfrm>
              <a:off x="1160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28" name="Google Shape;1028;p18"/>
            <p:cNvCxnSpPr/>
            <p:nvPr/>
          </p:nvCxnSpPr>
          <p:spPr>
            <a:xfrm rot="10800000">
              <a:off x="832" y="134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29" name="Google Shape;1029;p18"/>
            <p:cNvSpPr txBox="1"/>
            <p:nvPr/>
          </p:nvSpPr>
          <p:spPr>
            <a:xfrm>
              <a:off x="1184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30" name="Google Shape;1030;p18"/>
            <p:cNvSpPr txBox="1"/>
            <p:nvPr/>
          </p:nvSpPr>
          <p:spPr>
            <a:xfrm>
              <a:off x="1448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1" name="Google Shape;1031;p18"/>
            <p:cNvSpPr txBox="1"/>
            <p:nvPr/>
          </p:nvSpPr>
          <p:spPr>
            <a:xfrm>
              <a:off x="1464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2" name="Google Shape;1032;p18"/>
            <p:cNvSpPr txBox="1"/>
            <p:nvPr/>
          </p:nvSpPr>
          <p:spPr>
            <a:xfrm>
              <a:off x="1188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3" name="Google Shape;1033;p18"/>
            <p:cNvSpPr txBox="1"/>
            <p:nvPr/>
          </p:nvSpPr>
          <p:spPr>
            <a:xfrm>
              <a:off x="1736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4" name="Google Shape;1034;p18"/>
            <p:cNvSpPr txBox="1"/>
            <p:nvPr/>
          </p:nvSpPr>
          <p:spPr>
            <a:xfrm>
              <a:off x="2024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5" name="Google Shape;1035;p18"/>
            <p:cNvSpPr txBox="1"/>
            <p:nvPr/>
          </p:nvSpPr>
          <p:spPr>
            <a:xfrm>
              <a:off x="2024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6" name="Google Shape;1036;p18"/>
            <p:cNvSpPr txBox="1"/>
            <p:nvPr/>
          </p:nvSpPr>
          <p:spPr>
            <a:xfrm>
              <a:off x="1736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7" name="Google Shape;1037;p18"/>
            <p:cNvSpPr txBox="1"/>
            <p:nvPr/>
          </p:nvSpPr>
          <p:spPr>
            <a:xfrm>
              <a:off x="1760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8" name="Google Shape;1038;p18"/>
            <p:cNvSpPr txBox="1"/>
            <p:nvPr/>
          </p:nvSpPr>
          <p:spPr>
            <a:xfrm>
              <a:off x="2024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39" name="Google Shape;1039;p18"/>
            <p:cNvSpPr txBox="1"/>
            <p:nvPr/>
          </p:nvSpPr>
          <p:spPr>
            <a:xfrm>
              <a:off x="2040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0" name="Google Shape;1040;p18"/>
            <p:cNvSpPr txBox="1"/>
            <p:nvPr/>
          </p:nvSpPr>
          <p:spPr>
            <a:xfrm>
              <a:off x="1764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1" name="Google Shape;1041;p18"/>
            <p:cNvSpPr txBox="1"/>
            <p:nvPr/>
          </p:nvSpPr>
          <p:spPr>
            <a:xfrm>
              <a:off x="173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042" name="Google Shape;1042;p18"/>
            <p:cNvSpPr txBox="1"/>
            <p:nvPr/>
          </p:nvSpPr>
          <p:spPr>
            <a:xfrm>
              <a:off x="204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043" name="Google Shape;1043;p18"/>
            <p:cNvSpPr txBox="1"/>
            <p:nvPr/>
          </p:nvSpPr>
          <p:spPr>
            <a:xfrm>
              <a:off x="1160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4" name="Google Shape;1044;p18"/>
            <p:cNvSpPr txBox="1"/>
            <p:nvPr/>
          </p:nvSpPr>
          <p:spPr>
            <a:xfrm>
              <a:off x="1448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5" name="Google Shape;1045;p18"/>
            <p:cNvSpPr txBox="1"/>
            <p:nvPr/>
          </p:nvSpPr>
          <p:spPr>
            <a:xfrm>
              <a:off x="1448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6" name="Google Shape;1046;p18"/>
            <p:cNvSpPr txBox="1"/>
            <p:nvPr/>
          </p:nvSpPr>
          <p:spPr>
            <a:xfrm>
              <a:off x="1160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7" name="Google Shape;1047;p18"/>
            <p:cNvSpPr txBox="1"/>
            <p:nvPr/>
          </p:nvSpPr>
          <p:spPr>
            <a:xfrm>
              <a:off x="1136" y="22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8" name="Google Shape;1048;p18"/>
            <p:cNvSpPr txBox="1"/>
            <p:nvPr/>
          </p:nvSpPr>
          <p:spPr>
            <a:xfrm>
              <a:off x="1416" y="22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9" name="Google Shape;1049;p18"/>
            <p:cNvSpPr txBox="1"/>
            <p:nvPr/>
          </p:nvSpPr>
          <p:spPr>
            <a:xfrm>
              <a:off x="1464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0" name="Google Shape;1050;p18"/>
            <p:cNvSpPr txBox="1"/>
            <p:nvPr/>
          </p:nvSpPr>
          <p:spPr>
            <a:xfrm>
              <a:off x="1188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51" name="Google Shape;1051;p18"/>
            <p:cNvSpPr txBox="1"/>
            <p:nvPr/>
          </p:nvSpPr>
          <p:spPr>
            <a:xfrm>
              <a:off x="1736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2" name="Google Shape;1052;p18"/>
            <p:cNvSpPr txBox="1"/>
            <p:nvPr/>
          </p:nvSpPr>
          <p:spPr>
            <a:xfrm>
              <a:off x="2024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3" name="Google Shape;1053;p18"/>
            <p:cNvSpPr txBox="1"/>
            <p:nvPr/>
          </p:nvSpPr>
          <p:spPr>
            <a:xfrm>
              <a:off x="2024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4" name="Google Shape;1054;p18"/>
            <p:cNvSpPr txBox="1"/>
            <p:nvPr/>
          </p:nvSpPr>
          <p:spPr>
            <a:xfrm>
              <a:off x="1736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5" name="Google Shape;1055;p18"/>
            <p:cNvSpPr txBox="1"/>
            <p:nvPr/>
          </p:nvSpPr>
          <p:spPr>
            <a:xfrm>
              <a:off x="1712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56" name="Google Shape;1056;p18"/>
            <p:cNvSpPr txBox="1"/>
            <p:nvPr/>
          </p:nvSpPr>
          <p:spPr>
            <a:xfrm>
              <a:off x="2000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57" name="Google Shape;1057;p18"/>
            <p:cNvSpPr txBox="1"/>
            <p:nvPr/>
          </p:nvSpPr>
          <p:spPr>
            <a:xfrm>
              <a:off x="2000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58" name="Google Shape;1058;p18"/>
            <p:cNvSpPr txBox="1"/>
            <p:nvPr/>
          </p:nvSpPr>
          <p:spPr>
            <a:xfrm>
              <a:off x="1720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59" name="Google Shape;1059;p18"/>
            <p:cNvSpPr txBox="1"/>
            <p:nvPr/>
          </p:nvSpPr>
          <p:spPr>
            <a:xfrm>
              <a:off x="900" y="2192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060" name="Google Shape;1060;p18"/>
            <p:cNvSpPr txBox="1"/>
            <p:nvPr/>
          </p:nvSpPr>
          <p:spPr>
            <a:xfrm>
              <a:off x="882" y="247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061" name="Google Shape;1061;p18"/>
            <p:cNvSpPr txBox="1"/>
            <p:nvPr/>
          </p:nvSpPr>
          <p:spPr>
            <a:xfrm>
              <a:off x="624" y="1046"/>
              <a:ext cx="49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S1 = </a:t>
              </a:r>
              <a:endParaRPr/>
            </a:p>
          </p:txBody>
        </p:sp>
      </p:grpSp>
      <p:grpSp>
        <p:nvGrpSpPr>
          <p:cNvPr id="1062" name="Google Shape;1062;p18"/>
          <p:cNvGrpSpPr/>
          <p:nvPr/>
        </p:nvGrpSpPr>
        <p:grpSpPr>
          <a:xfrm>
            <a:off x="5210175" y="1308100"/>
            <a:ext cx="2714625" cy="2670175"/>
            <a:chOff x="624" y="1046"/>
            <a:chExt cx="1710" cy="1682"/>
          </a:xfrm>
        </p:grpSpPr>
        <p:sp>
          <p:nvSpPr>
            <p:cNvPr id="1063" name="Google Shape;1063;p18"/>
            <p:cNvSpPr txBox="1"/>
            <p:nvPr/>
          </p:nvSpPr>
          <p:spPr>
            <a:xfrm>
              <a:off x="672" y="139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/>
            </a:p>
          </p:txBody>
        </p:sp>
        <p:sp>
          <p:nvSpPr>
            <p:cNvPr id="1064" name="Google Shape;1064;p18"/>
            <p:cNvSpPr txBox="1"/>
            <p:nvPr/>
          </p:nvSpPr>
          <p:spPr>
            <a:xfrm>
              <a:off x="894" y="161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065" name="Google Shape;1065;p18"/>
            <p:cNvSpPr txBox="1"/>
            <p:nvPr/>
          </p:nvSpPr>
          <p:spPr>
            <a:xfrm>
              <a:off x="1144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066" name="Google Shape;1066;p18"/>
            <p:cNvSpPr txBox="1"/>
            <p:nvPr/>
          </p:nvSpPr>
          <p:spPr>
            <a:xfrm>
              <a:off x="1450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067" name="Google Shape;1067;p18"/>
            <p:cNvSpPr txBox="1"/>
            <p:nvPr/>
          </p:nvSpPr>
          <p:spPr>
            <a:xfrm>
              <a:off x="900" y="189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068" name="Google Shape;1068;p18"/>
            <p:cNvSpPr txBox="1"/>
            <p:nvPr/>
          </p:nvSpPr>
          <p:spPr>
            <a:xfrm>
              <a:off x="860" y="1200"/>
              <a:ext cx="3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/>
            </a:p>
          </p:txBody>
        </p:sp>
        <p:sp>
          <p:nvSpPr>
            <p:cNvPr id="1069" name="Google Shape;1069;p18"/>
            <p:cNvSpPr txBox="1"/>
            <p:nvPr/>
          </p:nvSpPr>
          <p:spPr>
            <a:xfrm>
              <a:off x="1160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0" name="Google Shape;1070;p18"/>
            <p:cNvSpPr txBox="1"/>
            <p:nvPr/>
          </p:nvSpPr>
          <p:spPr>
            <a:xfrm>
              <a:off x="1448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1" name="Google Shape;1071;p18"/>
            <p:cNvSpPr txBox="1"/>
            <p:nvPr/>
          </p:nvSpPr>
          <p:spPr>
            <a:xfrm>
              <a:off x="1448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2" name="Google Shape;1072;p18"/>
            <p:cNvSpPr txBox="1"/>
            <p:nvPr/>
          </p:nvSpPr>
          <p:spPr>
            <a:xfrm>
              <a:off x="1160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73" name="Google Shape;1073;p18"/>
            <p:cNvCxnSpPr/>
            <p:nvPr/>
          </p:nvCxnSpPr>
          <p:spPr>
            <a:xfrm rot="10800000">
              <a:off x="832" y="134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74" name="Google Shape;1074;p18"/>
            <p:cNvSpPr txBox="1"/>
            <p:nvPr/>
          </p:nvSpPr>
          <p:spPr>
            <a:xfrm>
              <a:off x="1184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75" name="Google Shape;1075;p18"/>
            <p:cNvSpPr txBox="1"/>
            <p:nvPr/>
          </p:nvSpPr>
          <p:spPr>
            <a:xfrm>
              <a:off x="1448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6" name="Google Shape;1076;p18"/>
            <p:cNvSpPr txBox="1"/>
            <p:nvPr/>
          </p:nvSpPr>
          <p:spPr>
            <a:xfrm>
              <a:off x="1464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7" name="Google Shape;1077;p18"/>
            <p:cNvSpPr txBox="1"/>
            <p:nvPr/>
          </p:nvSpPr>
          <p:spPr>
            <a:xfrm>
              <a:off x="1188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78" name="Google Shape;1078;p18"/>
            <p:cNvSpPr txBox="1"/>
            <p:nvPr/>
          </p:nvSpPr>
          <p:spPr>
            <a:xfrm>
              <a:off x="1736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9" name="Google Shape;1079;p18"/>
            <p:cNvSpPr txBox="1"/>
            <p:nvPr/>
          </p:nvSpPr>
          <p:spPr>
            <a:xfrm>
              <a:off x="2024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0" name="Google Shape;1080;p18"/>
            <p:cNvSpPr txBox="1"/>
            <p:nvPr/>
          </p:nvSpPr>
          <p:spPr>
            <a:xfrm>
              <a:off x="2024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1" name="Google Shape;1081;p18"/>
            <p:cNvSpPr txBox="1"/>
            <p:nvPr/>
          </p:nvSpPr>
          <p:spPr>
            <a:xfrm>
              <a:off x="1736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2" name="Google Shape;1082;p18"/>
            <p:cNvSpPr txBox="1"/>
            <p:nvPr/>
          </p:nvSpPr>
          <p:spPr>
            <a:xfrm>
              <a:off x="1760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3" name="Google Shape;1083;p18"/>
            <p:cNvSpPr txBox="1"/>
            <p:nvPr/>
          </p:nvSpPr>
          <p:spPr>
            <a:xfrm>
              <a:off x="2024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84" name="Google Shape;1084;p18"/>
            <p:cNvSpPr txBox="1"/>
            <p:nvPr/>
          </p:nvSpPr>
          <p:spPr>
            <a:xfrm>
              <a:off x="2040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85" name="Google Shape;1085;p18"/>
            <p:cNvSpPr txBox="1"/>
            <p:nvPr/>
          </p:nvSpPr>
          <p:spPr>
            <a:xfrm>
              <a:off x="1764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86" name="Google Shape;1086;p18"/>
            <p:cNvSpPr txBox="1"/>
            <p:nvPr/>
          </p:nvSpPr>
          <p:spPr>
            <a:xfrm>
              <a:off x="173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087" name="Google Shape;1087;p18"/>
            <p:cNvSpPr txBox="1"/>
            <p:nvPr/>
          </p:nvSpPr>
          <p:spPr>
            <a:xfrm>
              <a:off x="204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088" name="Google Shape;1088;p18"/>
            <p:cNvSpPr txBox="1"/>
            <p:nvPr/>
          </p:nvSpPr>
          <p:spPr>
            <a:xfrm>
              <a:off x="1160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9" name="Google Shape;1089;p18"/>
            <p:cNvSpPr txBox="1"/>
            <p:nvPr/>
          </p:nvSpPr>
          <p:spPr>
            <a:xfrm>
              <a:off x="1448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0" name="Google Shape;1090;p18"/>
            <p:cNvSpPr txBox="1"/>
            <p:nvPr/>
          </p:nvSpPr>
          <p:spPr>
            <a:xfrm>
              <a:off x="1448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1" name="Google Shape;1091;p18"/>
            <p:cNvSpPr txBox="1"/>
            <p:nvPr/>
          </p:nvSpPr>
          <p:spPr>
            <a:xfrm>
              <a:off x="1160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2" name="Google Shape;1092;p18"/>
            <p:cNvSpPr txBox="1"/>
            <p:nvPr/>
          </p:nvSpPr>
          <p:spPr>
            <a:xfrm>
              <a:off x="113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93" name="Google Shape;1093;p18"/>
            <p:cNvSpPr txBox="1"/>
            <p:nvPr/>
          </p:nvSpPr>
          <p:spPr>
            <a:xfrm>
              <a:off x="1416" y="22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4" name="Google Shape;1094;p18"/>
            <p:cNvSpPr txBox="1"/>
            <p:nvPr/>
          </p:nvSpPr>
          <p:spPr>
            <a:xfrm>
              <a:off x="1464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5" name="Google Shape;1095;p18"/>
            <p:cNvSpPr txBox="1"/>
            <p:nvPr/>
          </p:nvSpPr>
          <p:spPr>
            <a:xfrm>
              <a:off x="1188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096" name="Google Shape;1096;p18"/>
            <p:cNvSpPr txBox="1"/>
            <p:nvPr/>
          </p:nvSpPr>
          <p:spPr>
            <a:xfrm>
              <a:off x="1736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7" name="Google Shape;1097;p18"/>
            <p:cNvSpPr txBox="1"/>
            <p:nvPr/>
          </p:nvSpPr>
          <p:spPr>
            <a:xfrm>
              <a:off x="2024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8" name="Google Shape;1098;p18"/>
            <p:cNvSpPr txBox="1"/>
            <p:nvPr/>
          </p:nvSpPr>
          <p:spPr>
            <a:xfrm>
              <a:off x="2024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9" name="Google Shape;1099;p18"/>
            <p:cNvSpPr txBox="1"/>
            <p:nvPr/>
          </p:nvSpPr>
          <p:spPr>
            <a:xfrm>
              <a:off x="1736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0" name="Google Shape;1100;p18"/>
            <p:cNvSpPr txBox="1"/>
            <p:nvPr/>
          </p:nvSpPr>
          <p:spPr>
            <a:xfrm>
              <a:off x="1712" y="22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1" name="Google Shape;1101;p18"/>
            <p:cNvSpPr txBox="1"/>
            <p:nvPr/>
          </p:nvSpPr>
          <p:spPr>
            <a:xfrm>
              <a:off x="2000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02" name="Google Shape;1102;p18"/>
            <p:cNvSpPr txBox="1"/>
            <p:nvPr/>
          </p:nvSpPr>
          <p:spPr>
            <a:xfrm>
              <a:off x="2000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03" name="Google Shape;1103;p18"/>
            <p:cNvSpPr txBox="1"/>
            <p:nvPr/>
          </p:nvSpPr>
          <p:spPr>
            <a:xfrm>
              <a:off x="1720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4" name="Google Shape;1104;p18"/>
            <p:cNvSpPr txBox="1"/>
            <p:nvPr/>
          </p:nvSpPr>
          <p:spPr>
            <a:xfrm>
              <a:off x="900" y="2192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105" name="Google Shape;1105;p18"/>
            <p:cNvSpPr txBox="1"/>
            <p:nvPr/>
          </p:nvSpPr>
          <p:spPr>
            <a:xfrm>
              <a:off x="882" y="247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106" name="Google Shape;1106;p18"/>
            <p:cNvSpPr txBox="1"/>
            <p:nvPr/>
          </p:nvSpPr>
          <p:spPr>
            <a:xfrm>
              <a:off x="624" y="1046"/>
              <a:ext cx="49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S2 = </a:t>
              </a:r>
              <a:endParaRPr/>
            </a:p>
          </p:txBody>
        </p:sp>
      </p:grpSp>
      <p:grpSp>
        <p:nvGrpSpPr>
          <p:cNvPr id="1107" name="Google Shape;1107;p18"/>
          <p:cNvGrpSpPr/>
          <p:nvPr/>
        </p:nvGrpSpPr>
        <p:grpSpPr>
          <a:xfrm>
            <a:off x="5362575" y="4111625"/>
            <a:ext cx="2714625" cy="2670175"/>
            <a:chOff x="624" y="1046"/>
            <a:chExt cx="1710" cy="1682"/>
          </a:xfrm>
        </p:grpSpPr>
        <p:sp>
          <p:nvSpPr>
            <p:cNvPr id="1108" name="Google Shape;1108;p18"/>
            <p:cNvSpPr txBox="1"/>
            <p:nvPr/>
          </p:nvSpPr>
          <p:spPr>
            <a:xfrm>
              <a:off x="672" y="139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/>
            </a:p>
          </p:txBody>
        </p:sp>
        <p:sp>
          <p:nvSpPr>
            <p:cNvPr id="1109" name="Google Shape;1109;p18"/>
            <p:cNvSpPr txBox="1"/>
            <p:nvPr/>
          </p:nvSpPr>
          <p:spPr>
            <a:xfrm>
              <a:off x="894" y="161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110" name="Google Shape;1110;p18"/>
            <p:cNvSpPr txBox="1"/>
            <p:nvPr/>
          </p:nvSpPr>
          <p:spPr>
            <a:xfrm>
              <a:off x="1144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111" name="Google Shape;1111;p18"/>
            <p:cNvSpPr txBox="1"/>
            <p:nvPr/>
          </p:nvSpPr>
          <p:spPr>
            <a:xfrm>
              <a:off x="1450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112" name="Google Shape;1112;p18"/>
            <p:cNvSpPr txBox="1"/>
            <p:nvPr/>
          </p:nvSpPr>
          <p:spPr>
            <a:xfrm>
              <a:off x="900" y="189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113" name="Google Shape;1113;p18"/>
            <p:cNvSpPr txBox="1"/>
            <p:nvPr/>
          </p:nvSpPr>
          <p:spPr>
            <a:xfrm>
              <a:off x="860" y="1200"/>
              <a:ext cx="3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/>
            </a:p>
          </p:txBody>
        </p:sp>
        <p:sp>
          <p:nvSpPr>
            <p:cNvPr id="1114" name="Google Shape;1114;p18"/>
            <p:cNvSpPr txBox="1"/>
            <p:nvPr/>
          </p:nvSpPr>
          <p:spPr>
            <a:xfrm>
              <a:off x="1160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5" name="Google Shape;1115;p18"/>
            <p:cNvSpPr txBox="1"/>
            <p:nvPr/>
          </p:nvSpPr>
          <p:spPr>
            <a:xfrm>
              <a:off x="1448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18"/>
            <p:cNvSpPr txBox="1"/>
            <p:nvPr/>
          </p:nvSpPr>
          <p:spPr>
            <a:xfrm>
              <a:off x="1448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7" name="Google Shape;1117;p18"/>
            <p:cNvSpPr txBox="1"/>
            <p:nvPr/>
          </p:nvSpPr>
          <p:spPr>
            <a:xfrm>
              <a:off x="1160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8" name="Google Shape;1118;p18"/>
            <p:cNvCxnSpPr/>
            <p:nvPr/>
          </p:nvCxnSpPr>
          <p:spPr>
            <a:xfrm rot="10800000">
              <a:off x="832" y="134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19" name="Google Shape;1119;p18"/>
            <p:cNvSpPr txBox="1"/>
            <p:nvPr/>
          </p:nvSpPr>
          <p:spPr>
            <a:xfrm>
              <a:off x="1184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0" name="Google Shape;1120;p18"/>
            <p:cNvSpPr txBox="1"/>
            <p:nvPr/>
          </p:nvSpPr>
          <p:spPr>
            <a:xfrm>
              <a:off x="1448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1" name="Google Shape;1121;p18"/>
            <p:cNvSpPr txBox="1"/>
            <p:nvPr/>
          </p:nvSpPr>
          <p:spPr>
            <a:xfrm>
              <a:off x="1464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2" name="Google Shape;1122;p18"/>
            <p:cNvSpPr txBox="1"/>
            <p:nvPr/>
          </p:nvSpPr>
          <p:spPr>
            <a:xfrm>
              <a:off x="1188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3" name="Google Shape;1123;p18"/>
            <p:cNvSpPr txBox="1"/>
            <p:nvPr/>
          </p:nvSpPr>
          <p:spPr>
            <a:xfrm>
              <a:off x="1736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4" name="Google Shape;1124;p18"/>
            <p:cNvSpPr txBox="1"/>
            <p:nvPr/>
          </p:nvSpPr>
          <p:spPr>
            <a:xfrm>
              <a:off x="2024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5" name="Google Shape;1125;p18"/>
            <p:cNvSpPr txBox="1"/>
            <p:nvPr/>
          </p:nvSpPr>
          <p:spPr>
            <a:xfrm>
              <a:off x="2024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6" name="Google Shape;1126;p18"/>
            <p:cNvSpPr txBox="1"/>
            <p:nvPr/>
          </p:nvSpPr>
          <p:spPr>
            <a:xfrm>
              <a:off x="1736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7" name="Google Shape;1127;p18"/>
            <p:cNvSpPr txBox="1"/>
            <p:nvPr/>
          </p:nvSpPr>
          <p:spPr>
            <a:xfrm>
              <a:off x="1760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28" name="Google Shape;1128;p18"/>
            <p:cNvSpPr txBox="1"/>
            <p:nvPr/>
          </p:nvSpPr>
          <p:spPr>
            <a:xfrm>
              <a:off x="2024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18"/>
            <p:cNvSpPr txBox="1"/>
            <p:nvPr/>
          </p:nvSpPr>
          <p:spPr>
            <a:xfrm>
              <a:off x="2040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0" name="Google Shape;1130;p18"/>
            <p:cNvSpPr txBox="1"/>
            <p:nvPr/>
          </p:nvSpPr>
          <p:spPr>
            <a:xfrm>
              <a:off x="1764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1" name="Google Shape;1131;p18"/>
            <p:cNvSpPr txBox="1"/>
            <p:nvPr/>
          </p:nvSpPr>
          <p:spPr>
            <a:xfrm>
              <a:off x="173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132" name="Google Shape;1132;p18"/>
            <p:cNvSpPr txBox="1"/>
            <p:nvPr/>
          </p:nvSpPr>
          <p:spPr>
            <a:xfrm>
              <a:off x="204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133" name="Google Shape;1133;p18"/>
            <p:cNvSpPr txBox="1"/>
            <p:nvPr/>
          </p:nvSpPr>
          <p:spPr>
            <a:xfrm>
              <a:off x="1160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4" name="Google Shape;1134;p18"/>
            <p:cNvSpPr txBox="1"/>
            <p:nvPr/>
          </p:nvSpPr>
          <p:spPr>
            <a:xfrm>
              <a:off x="1448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5" name="Google Shape;1135;p18"/>
            <p:cNvSpPr txBox="1"/>
            <p:nvPr/>
          </p:nvSpPr>
          <p:spPr>
            <a:xfrm>
              <a:off x="1448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6" name="Google Shape;1136;p18"/>
            <p:cNvSpPr txBox="1"/>
            <p:nvPr/>
          </p:nvSpPr>
          <p:spPr>
            <a:xfrm>
              <a:off x="1160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7" name="Google Shape;1137;p18"/>
            <p:cNvSpPr txBox="1"/>
            <p:nvPr/>
          </p:nvSpPr>
          <p:spPr>
            <a:xfrm>
              <a:off x="113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38" name="Google Shape;1138;p18"/>
            <p:cNvSpPr txBox="1"/>
            <p:nvPr/>
          </p:nvSpPr>
          <p:spPr>
            <a:xfrm>
              <a:off x="141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39" name="Google Shape;1139;p18"/>
            <p:cNvSpPr txBox="1"/>
            <p:nvPr/>
          </p:nvSpPr>
          <p:spPr>
            <a:xfrm>
              <a:off x="1464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40" name="Google Shape;1140;p18"/>
            <p:cNvSpPr txBox="1"/>
            <p:nvPr/>
          </p:nvSpPr>
          <p:spPr>
            <a:xfrm>
              <a:off x="1188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41" name="Google Shape;1141;p18"/>
            <p:cNvSpPr txBox="1"/>
            <p:nvPr/>
          </p:nvSpPr>
          <p:spPr>
            <a:xfrm>
              <a:off x="1736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2" name="Google Shape;1142;p18"/>
            <p:cNvSpPr txBox="1"/>
            <p:nvPr/>
          </p:nvSpPr>
          <p:spPr>
            <a:xfrm>
              <a:off x="2024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3" name="Google Shape;1143;p18"/>
            <p:cNvSpPr txBox="1"/>
            <p:nvPr/>
          </p:nvSpPr>
          <p:spPr>
            <a:xfrm>
              <a:off x="2024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4" name="Google Shape;1144;p18"/>
            <p:cNvSpPr txBox="1"/>
            <p:nvPr/>
          </p:nvSpPr>
          <p:spPr>
            <a:xfrm>
              <a:off x="1736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5" name="Google Shape;1145;p18"/>
            <p:cNvSpPr txBox="1"/>
            <p:nvPr/>
          </p:nvSpPr>
          <p:spPr>
            <a:xfrm>
              <a:off x="1712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46" name="Google Shape;1146;p18"/>
            <p:cNvSpPr txBox="1"/>
            <p:nvPr/>
          </p:nvSpPr>
          <p:spPr>
            <a:xfrm>
              <a:off x="2000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47" name="Google Shape;1147;p18"/>
            <p:cNvSpPr txBox="1"/>
            <p:nvPr/>
          </p:nvSpPr>
          <p:spPr>
            <a:xfrm>
              <a:off x="2000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48" name="Google Shape;1148;p18"/>
            <p:cNvSpPr txBox="1"/>
            <p:nvPr/>
          </p:nvSpPr>
          <p:spPr>
            <a:xfrm>
              <a:off x="1720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49" name="Google Shape;1149;p18"/>
            <p:cNvSpPr txBox="1"/>
            <p:nvPr/>
          </p:nvSpPr>
          <p:spPr>
            <a:xfrm>
              <a:off x="900" y="2192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150" name="Google Shape;1150;p18"/>
            <p:cNvSpPr txBox="1"/>
            <p:nvPr/>
          </p:nvSpPr>
          <p:spPr>
            <a:xfrm>
              <a:off x="882" y="247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151" name="Google Shape;1151;p18"/>
            <p:cNvSpPr txBox="1"/>
            <p:nvPr/>
          </p:nvSpPr>
          <p:spPr>
            <a:xfrm>
              <a:off x="624" y="1046"/>
              <a:ext cx="49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S4 = </a:t>
              </a:r>
              <a:endParaRPr/>
            </a:p>
          </p:txBody>
        </p:sp>
      </p:grpSp>
      <p:grpSp>
        <p:nvGrpSpPr>
          <p:cNvPr id="1152" name="Google Shape;1152;p18"/>
          <p:cNvGrpSpPr/>
          <p:nvPr/>
        </p:nvGrpSpPr>
        <p:grpSpPr>
          <a:xfrm>
            <a:off x="1143000" y="4114800"/>
            <a:ext cx="2714625" cy="2670175"/>
            <a:chOff x="624" y="1046"/>
            <a:chExt cx="1710" cy="1682"/>
          </a:xfrm>
        </p:grpSpPr>
        <p:sp>
          <p:nvSpPr>
            <p:cNvPr id="1153" name="Google Shape;1153;p18"/>
            <p:cNvSpPr txBox="1"/>
            <p:nvPr/>
          </p:nvSpPr>
          <p:spPr>
            <a:xfrm>
              <a:off x="672" y="139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/>
            </a:p>
          </p:txBody>
        </p:sp>
        <p:sp>
          <p:nvSpPr>
            <p:cNvPr id="1154" name="Google Shape;1154;p18"/>
            <p:cNvSpPr txBox="1"/>
            <p:nvPr/>
          </p:nvSpPr>
          <p:spPr>
            <a:xfrm>
              <a:off x="894" y="161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155" name="Google Shape;1155;p18"/>
            <p:cNvSpPr txBox="1"/>
            <p:nvPr/>
          </p:nvSpPr>
          <p:spPr>
            <a:xfrm>
              <a:off x="1144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156" name="Google Shape;1156;p18"/>
            <p:cNvSpPr txBox="1"/>
            <p:nvPr/>
          </p:nvSpPr>
          <p:spPr>
            <a:xfrm>
              <a:off x="1450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157" name="Google Shape;1157;p18"/>
            <p:cNvSpPr txBox="1"/>
            <p:nvPr/>
          </p:nvSpPr>
          <p:spPr>
            <a:xfrm>
              <a:off x="900" y="189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158" name="Google Shape;1158;p18"/>
            <p:cNvSpPr txBox="1"/>
            <p:nvPr/>
          </p:nvSpPr>
          <p:spPr>
            <a:xfrm>
              <a:off x="860" y="1200"/>
              <a:ext cx="3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/>
            </a:p>
          </p:txBody>
        </p:sp>
        <p:sp>
          <p:nvSpPr>
            <p:cNvPr id="1159" name="Google Shape;1159;p18"/>
            <p:cNvSpPr txBox="1"/>
            <p:nvPr/>
          </p:nvSpPr>
          <p:spPr>
            <a:xfrm>
              <a:off x="1160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0" name="Google Shape;1160;p18"/>
            <p:cNvSpPr txBox="1"/>
            <p:nvPr/>
          </p:nvSpPr>
          <p:spPr>
            <a:xfrm>
              <a:off x="1448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1" name="Google Shape;1161;p18"/>
            <p:cNvSpPr txBox="1"/>
            <p:nvPr/>
          </p:nvSpPr>
          <p:spPr>
            <a:xfrm>
              <a:off x="1448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2" name="Google Shape;1162;p18"/>
            <p:cNvSpPr txBox="1"/>
            <p:nvPr/>
          </p:nvSpPr>
          <p:spPr>
            <a:xfrm>
              <a:off x="1160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63" name="Google Shape;1163;p18"/>
            <p:cNvCxnSpPr/>
            <p:nvPr/>
          </p:nvCxnSpPr>
          <p:spPr>
            <a:xfrm rot="10800000">
              <a:off x="832" y="134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64" name="Google Shape;1164;p18"/>
            <p:cNvSpPr txBox="1"/>
            <p:nvPr/>
          </p:nvSpPr>
          <p:spPr>
            <a:xfrm>
              <a:off x="1184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5" name="Google Shape;1165;p18"/>
            <p:cNvSpPr txBox="1"/>
            <p:nvPr/>
          </p:nvSpPr>
          <p:spPr>
            <a:xfrm>
              <a:off x="1448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66" name="Google Shape;1166;p18"/>
            <p:cNvSpPr txBox="1"/>
            <p:nvPr/>
          </p:nvSpPr>
          <p:spPr>
            <a:xfrm>
              <a:off x="1464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7" name="Google Shape;1167;p18"/>
            <p:cNvSpPr txBox="1"/>
            <p:nvPr/>
          </p:nvSpPr>
          <p:spPr>
            <a:xfrm>
              <a:off x="1188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68" name="Google Shape;1168;p18"/>
            <p:cNvSpPr txBox="1"/>
            <p:nvPr/>
          </p:nvSpPr>
          <p:spPr>
            <a:xfrm>
              <a:off x="1736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9" name="Google Shape;1169;p18"/>
            <p:cNvSpPr txBox="1"/>
            <p:nvPr/>
          </p:nvSpPr>
          <p:spPr>
            <a:xfrm>
              <a:off x="2024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0" name="Google Shape;1170;p18"/>
            <p:cNvSpPr txBox="1"/>
            <p:nvPr/>
          </p:nvSpPr>
          <p:spPr>
            <a:xfrm>
              <a:off x="2024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1" name="Google Shape;1171;p18"/>
            <p:cNvSpPr txBox="1"/>
            <p:nvPr/>
          </p:nvSpPr>
          <p:spPr>
            <a:xfrm>
              <a:off x="1736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2" name="Google Shape;1172;p18"/>
            <p:cNvSpPr txBox="1"/>
            <p:nvPr/>
          </p:nvSpPr>
          <p:spPr>
            <a:xfrm>
              <a:off x="1760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3" name="Google Shape;1173;p18"/>
            <p:cNvSpPr txBox="1"/>
            <p:nvPr/>
          </p:nvSpPr>
          <p:spPr>
            <a:xfrm>
              <a:off x="2024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74" name="Google Shape;1174;p18"/>
            <p:cNvSpPr txBox="1"/>
            <p:nvPr/>
          </p:nvSpPr>
          <p:spPr>
            <a:xfrm>
              <a:off x="2040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75" name="Google Shape;1175;p18"/>
            <p:cNvSpPr txBox="1"/>
            <p:nvPr/>
          </p:nvSpPr>
          <p:spPr>
            <a:xfrm>
              <a:off x="1764" y="1901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6" name="Google Shape;1176;p18"/>
            <p:cNvSpPr txBox="1"/>
            <p:nvPr/>
          </p:nvSpPr>
          <p:spPr>
            <a:xfrm>
              <a:off x="173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177" name="Google Shape;1177;p18"/>
            <p:cNvSpPr txBox="1"/>
            <p:nvPr/>
          </p:nvSpPr>
          <p:spPr>
            <a:xfrm>
              <a:off x="204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178" name="Google Shape;1178;p18"/>
            <p:cNvSpPr txBox="1"/>
            <p:nvPr/>
          </p:nvSpPr>
          <p:spPr>
            <a:xfrm>
              <a:off x="1160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9" name="Google Shape;1179;p18"/>
            <p:cNvSpPr txBox="1"/>
            <p:nvPr/>
          </p:nvSpPr>
          <p:spPr>
            <a:xfrm>
              <a:off x="1448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0" name="Google Shape;1180;p18"/>
            <p:cNvSpPr txBox="1"/>
            <p:nvPr/>
          </p:nvSpPr>
          <p:spPr>
            <a:xfrm>
              <a:off x="1448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1" name="Google Shape;1181;p18"/>
            <p:cNvSpPr txBox="1"/>
            <p:nvPr/>
          </p:nvSpPr>
          <p:spPr>
            <a:xfrm>
              <a:off x="1160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2" name="Google Shape;1182;p18"/>
            <p:cNvSpPr txBox="1"/>
            <p:nvPr/>
          </p:nvSpPr>
          <p:spPr>
            <a:xfrm>
              <a:off x="113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83" name="Google Shape;1183;p18"/>
            <p:cNvSpPr txBox="1"/>
            <p:nvPr/>
          </p:nvSpPr>
          <p:spPr>
            <a:xfrm>
              <a:off x="1416" y="22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4" name="Google Shape;1184;p18"/>
            <p:cNvSpPr txBox="1"/>
            <p:nvPr/>
          </p:nvSpPr>
          <p:spPr>
            <a:xfrm>
              <a:off x="1464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5" name="Google Shape;1185;p18"/>
            <p:cNvSpPr txBox="1"/>
            <p:nvPr/>
          </p:nvSpPr>
          <p:spPr>
            <a:xfrm>
              <a:off x="1188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6" name="Google Shape;1186;p18"/>
            <p:cNvSpPr txBox="1"/>
            <p:nvPr/>
          </p:nvSpPr>
          <p:spPr>
            <a:xfrm>
              <a:off x="1736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7" name="Google Shape;1187;p18"/>
            <p:cNvSpPr txBox="1"/>
            <p:nvPr/>
          </p:nvSpPr>
          <p:spPr>
            <a:xfrm>
              <a:off x="2024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8" name="Google Shape;1188;p18"/>
            <p:cNvSpPr txBox="1"/>
            <p:nvPr/>
          </p:nvSpPr>
          <p:spPr>
            <a:xfrm>
              <a:off x="2024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9" name="Google Shape;1189;p18"/>
            <p:cNvSpPr txBox="1"/>
            <p:nvPr/>
          </p:nvSpPr>
          <p:spPr>
            <a:xfrm>
              <a:off x="1736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0" name="Google Shape;1190;p18"/>
            <p:cNvSpPr txBox="1"/>
            <p:nvPr/>
          </p:nvSpPr>
          <p:spPr>
            <a:xfrm>
              <a:off x="1712" y="2202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1" name="Google Shape;1191;p18"/>
            <p:cNvSpPr txBox="1"/>
            <p:nvPr/>
          </p:nvSpPr>
          <p:spPr>
            <a:xfrm>
              <a:off x="2000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92" name="Google Shape;1192;p18"/>
            <p:cNvSpPr txBox="1"/>
            <p:nvPr/>
          </p:nvSpPr>
          <p:spPr>
            <a:xfrm>
              <a:off x="2000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193" name="Google Shape;1193;p18"/>
            <p:cNvSpPr txBox="1"/>
            <p:nvPr/>
          </p:nvSpPr>
          <p:spPr>
            <a:xfrm>
              <a:off x="1720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4" name="Google Shape;1194;p18"/>
            <p:cNvSpPr txBox="1"/>
            <p:nvPr/>
          </p:nvSpPr>
          <p:spPr>
            <a:xfrm>
              <a:off x="900" y="2192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195" name="Google Shape;1195;p18"/>
            <p:cNvSpPr txBox="1"/>
            <p:nvPr/>
          </p:nvSpPr>
          <p:spPr>
            <a:xfrm>
              <a:off x="882" y="247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196" name="Google Shape;1196;p18"/>
            <p:cNvSpPr txBox="1"/>
            <p:nvPr/>
          </p:nvSpPr>
          <p:spPr>
            <a:xfrm>
              <a:off x="624" y="1046"/>
              <a:ext cx="49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S3 = 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9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202" name="Google Shape;1202;p19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de 4 Variáveis (3) </a:t>
            </a:r>
            <a:endParaRPr/>
          </a:p>
        </p:txBody>
      </p:sp>
      <p:sp>
        <p:nvSpPr>
          <p:cNvPr id="1203" name="Google Shape;1203;p19"/>
          <p:cNvSpPr txBox="1"/>
          <p:nvPr>
            <p:ph idx="1" type="body"/>
          </p:nvPr>
        </p:nvSpPr>
        <p:spPr>
          <a:xfrm>
            <a:off x="914400" y="838200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</p:txBody>
      </p:sp>
      <p:grpSp>
        <p:nvGrpSpPr>
          <p:cNvPr id="1204" name="Google Shape;1204;p19"/>
          <p:cNvGrpSpPr/>
          <p:nvPr/>
        </p:nvGrpSpPr>
        <p:grpSpPr>
          <a:xfrm>
            <a:off x="990600" y="1965325"/>
            <a:ext cx="2714625" cy="2670175"/>
            <a:chOff x="624" y="1046"/>
            <a:chExt cx="1710" cy="1682"/>
          </a:xfrm>
        </p:grpSpPr>
        <p:sp>
          <p:nvSpPr>
            <p:cNvPr id="1205" name="Google Shape;1205;p19"/>
            <p:cNvSpPr txBox="1"/>
            <p:nvPr/>
          </p:nvSpPr>
          <p:spPr>
            <a:xfrm>
              <a:off x="672" y="139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/>
            </a:p>
          </p:txBody>
        </p:sp>
        <p:sp>
          <p:nvSpPr>
            <p:cNvPr id="1206" name="Google Shape;1206;p19"/>
            <p:cNvSpPr txBox="1"/>
            <p:nvPr/>
          </p:nvSpPr>
          <p:spPr>
            <a:xfrm>
              <a:off x="894" y="161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207" name="Google Shape;1207;p19"/>
            <p:cNvSpPr txBox="1"/>
            <p:nvPr/>
          </p:nvSpPr>
          <p:spPr>
            <a:xfrm>
              <a:off x="1144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208" name="Google Shape;1208;p19"/>
            <p:cNvSpPr txBox="1"/>
            <p:nvPr/>
          </p:nvSpPr>
          <p:spPr>
            <a:xfrm>
              <a:off x="1450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209" name="Google Shape;1209;p19"/>
            <p:cNvSpPr txBox="1"/>
            <p:nvPr/>
          </p:nvSpPr>
          <p:spPr>
            <a:xfrm>
              <a:off x="900" y="189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210" name="Google Shape;1210;p19"/>
            <p:cNvSpPr txBox="1"/>
            <p:nvPr/>
          </p:nvSpPr>
          <p:spPr>
            <a:xfrm>
              <a:off x="860" y="1200"/>
              <a:ext cx="3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/>
            </a:p>
          </p:txBody>
        </p:sp>
        <p:sp>
          <p:nvSpPr>
            <p:cNvPr id="1211" name="Google Shape;1211;p19"/>
            <p:cNvSpPr txBox="1"/>
            <p:nvPr/>
          </p:nvSpPr>
          <p:spPr>
            <a:xfrm>
              <a:off x="1160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2" name="Google Shape;1212;p19"/>
            <p:cNvSpPr txBox="1"/>
            <p:nvPr/>
          </p:nvSpPr>
          <p:spPr>
            <a:xfrm>
              <a:off x="1448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3" name="Google Shape;1213;p19"/>
            <p:cNvSpPr txBox="1"/>
            <p:nvPr/>
          </p:nvSpPr>
          <p:spPr>
            <a:xfrm>
              <a:off x="1448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4" name="Google Shape;1214;p19"/>
            <p:cNvSpPr txBox="1"/>
            <p:nvPr/>
          </p:nvSpPr>
          <p:spPr>
            <a:xfrm>
              <a:off x="1160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5" name="Google Shape;1215;p19"/>
            <p:cNvCxnSpPr/>
            <p:nvPr/>
          </p:nvCxnSpPr>
          <p:spPr>
            <a:xfrm rot="10800000">
              <a:off x="832" y="134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16" name="Google Shape;1216;p19"/>
            <p:cNvSpPr txBox="1"/>
            <p:nvPr/>
          </p:nvSpPr>
          <p:spPr>
            <a:xfrm>
              <a:off x="1184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7" name="Google Shape;1217;p19"/>
            <p:cNvSpPr txBox="1"/>
            <p:nvPr/>
          </p:nvSpPr>
          <p:spPr>
            <a:xfrm>
              <a:off x="1448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18" name="Google Shape;1218;p19"/>
            <p:cNvSpPr txBox="1"/>
            <p:nvPr/>
          </p:nvSpPr>
          <p:spPr>
            <a:xfrm>
              <a:off x="1464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19" name="Google Shape;1219;p19"/>
            <p:cNvSpPr txBox="1"/>
            <p:nvPr/>
          </p:nvSpPr>
          <p:spPr>
            <a:xfrm>
              <a:off x="1188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20" name="Google Shape;1220;p19"/>
            <p:cNvSpPr txBox="1"/>
            <p:nvPr/>
          </p:nvSpPr>
          <p:spPr>
            <a:xfrm>
              <a:off x="1736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1" name="Google Shape;1221;p19"/>
            <p:cNvSpPr txBox="1"/>
            <p:nvPr/>
          </p:nvSpPr>
          <p:spPr>
            <a:xfrm>
              <a:off x="2024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2" name="Google Shape;1222;p19"/>
            <p:cNvSpPr txBox="1"/>
            <p:nvPr/>
          </p:nvSpPr>
          <p:spPr>
            <a:xfrm>
              <a:off x="2024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3" name="Google Shape;1223;p19"/>
            <p:cNvSpPr txBox="1"/>
            <p:nvPr/>
          </p:nvSpPr>
          <p:spPr>
            <a:xfrm>
              <a:off x="1736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4" name="Google Shape;1224;p19"/>
            <p:cNvSpPr txBox="1"/>
            <p:nvPr/>
          </p:nvSpPr>
          <p:spPr>
            <a:xfrm>
              <a:off x="1760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25" name="Google Shape;1225;p19"/>
            <p:cNvSpPr txBox="1"/>
            <p:nvPr/>
          </p:nvSpPr>
          <p:spPr>
            <a:xfrm>
              <a:off x="2024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6" name="Google Shape;1226;p19"/>
            <p:cNvSpPr txBox="1"/>
            <p:nvPr/>
          </p:nvSpPr>
          <p:spPr>
            <a:xfrm>
              <a:off x="2040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27" name="Google Shape;1227;p19"/>
            <p:cNvSpPr txBox="1"/>
            <p:nvPr/>
          </p:nvSpPr>
          <p:spPr>
            <a:xfrm>
              <a:off x="1764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28" name="Google Shape;1228;p19"/>
            <p:cNvSpPr txBox="1"/>
            <p:nvPr/>
          </p:nvSpPr>
          <p:spPr>
            <a:xfrm>
              <a:off x="173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229" name="Google Shape;1229;p19"/>
            <p:cNvSpPr txBox="1"/>
            <p:nvPr/>
          </p:nvSpPr>
          <p:spPr>
            <a:xfrm>
              <a:off x="204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230" name="Google Shape;1230;p19"/>
            <p:cNvSpPr txBox="1"/>
            <p:nvPr/>
          </p:nvSpPr>
          <p:spPr>
            <a:xfrm>
              <a:off x="1160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1" name="Google Shape;1231;p19"/>
            <p:cNvSpPr txBox="1"/>
            <p:nvPr/>
          </p:nvSpPr>
          <p:spPr>
            <a:xfrm>
              <a:off x="1448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2" name="Google Shape;1232;p19"/>
            <p:cNvSpPr txBox="1"/>
            <p:nvPr/>
          </p:nvSpPr>
          <p:spPr>
            <a:xfrm>
              <a:off x="1448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3" name="Google Shape;1233;p19"/>
            <p:cNvSpPr txBox="1"/>
            <p:nvPr/>
          </p:nvSpPr>
          <p:spPr>
            <a:xfrm>
              <a:off x="1160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4" name="Google Shape;1234;p19"/>
            <p:cNvSpPr txBox="1"/>
            <p:nvPr/>
          </p:nvSpPr>
          <p:spPr>
            <a:xfrm>
              <a:off x="113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35" name="Google Shape;1235;p19"/>
            <p:cNvSpPr txBox="1"/>
            <p:nvPr/>
          </p:nvSpPr>
          <p:spPr>
            <a:xfrm>
              <a:off x="141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36" name="Google Shape;1236;p19"/>
            <p:cNvSpPr txBox="1"/>
            <p:nvPr/>
          </p:nvSpPr>
          <p:spPr>
            <a:xfrm>
              <a:off x="1464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37" name="Google Shape;1237;p19"/>
            <p:cNvSpPr txBox="1"/>
            <p:nvPr/>
          </p:nvSpPr>
          <p:spPr>
            <a:xfrm>
              <a:off x="1188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8" name="Google Shape;1238;p19"/>
            <p:cNvSpPr txBox="1"/>
            <p:nvPr/>
          </p:nvSpPr>
          <p:spPr>
            <a:xfrm>
              <a:off x="1736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9" name="Google Shape;1239;p19"/>
            <p:cNvSpPr txBox="1"/>
            <p:nvPr/>
          </p:nvSpPr>
          <p:spPr>
            <a:xfrm>
              <a:off x="2024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0" name="Google Shape;1240;p19"/>
            <p:cNvSpPr txBox="1"/>
            <p:nvPr/>
          </p:nvSpPr>
          <p:spPr>
            <a:xfrm>
              <a:off x="2024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1" name="Google Shape;1241;p19"/>
            <p:cNvSpPr txBox="1"/>
            <p:nvPr/>
          </p:nvSpPr>
          <p:spPr>
            <a:xfrm>
              <a:off x="1736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2" name="Google Shape;1242;p19"/>
            <p:cNvSpPr txBox="1"/>
            <p:nvPr/>
          </p:nvSpPr>
          <p:spPr>
            <a:xfrm>
              <a:off x="1712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43" name="Google Shape;1243;p19"/>
            <p:cNvSpPr txBox="1"/>
            <p:nvPr/>
          </p:nvSpPr>
          <p:spPr>
            <a:xfrm>
              <a:off x="2000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44" name="Google Shape;1244;p19"/>
            <p:cNvSpPr txBox="1"/>
            <p:nvPr/>
          </p:nvSpPr>
          <p:spPr>
            <a:xfrm>
              <a:off x="2000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5" name="Google Shape;1245;p19"/>
            <p:cNvSpPr txBox="1"/>
            <p:nvPr/>
          </p:nvSpPr>
          <p:spPr>
            <a:xfrm>
              <a:off x="1720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46" name="Google Shape;1246;p19"/>
            <p:cNvSpPr txBox="1"/>
            <p:nvPr/>
          </p:nvSpPr>
          <p:spPr>
            <a:xfrm>
              <a:off x="900" y="2192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247" name="Google Shape;1247;p19"/>
            <p:cNvSpPr txBox="1"/>
            <p:nvPr/>
          </p:nvSpPr>
          <p:spPr>
            <a:xfrm>
              <a:off x="882" y="247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248" name="Google Shape;1248;p19"/>
            <p:cNvSpPr txBox="1"/>
            <p:nvPr/>
          </p:nvSpPr>
          <p:spPr>
            <a:xfrm>
              <a:off x="624" y="1046"/>
              <a:ext cx="49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S5 = </a:t>
              </a:r>
              <a:endParaRPr/>
            </a:p>
          </p:txBody>
        </p:sp>
      </p:grpSp>
      <p:grpSp>
        <p:nvGrpSpPr>
          <p:cNvPr id="1249" name="Google Shape;1249;p19"/>
          <p:cNvGrpSpPr/>
          <p:nvPr/>
        </p:nvGrpSpPr>
        <p:grpSpPr>
          <a:xfrm>
            <a:off x="5210175" y="1978025"/>
            <a:ext cx="2714625" cy="2670175"/>
            <a:chOff x="624" y="1046"/>
            <a:chExt cx="1710" cy="1682"/>
          </a:xfrm>
        </p:grpSpPr>
        <p:sp>
          <p:nvSpPr>
            <p:cNvPr id="1250" name="Google Shape;1250;p19"/>
            <p:cNvSpPr txBox="1"/>
            <p:nvPr/>
          </p:nvSpPr>
          <p:spPr>
            <a:xfrm>
              <a:off x="672" y="1392"/>
              <a:ext cx="33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/>
            </a:p>
          </p:txBody>
        </p:sp>
        <p:sp>
          <p:nvSpPr>
            <p:cNvPr id="1251" name="Google Shape;1251;p19"/>
            <p:cNvSpPr txBox="1"/>
            <p:nvPr/>
          </p:nvSpPr>
          <p:spPr>
            <a:xfrm>
              <a:off x="894" y="1618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252" name="Google Shape;1252;p19"/>
            <p:cNvSpPr txBox="1"/>
            <p:nvPr/>
          </p:nvSpPr>
          <p:spPr>
            <a:xfrm>
              <a:off x="1144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/>
            </a:p>
          </p:txBody>
        </p:sp>
        <p:sp>
          <p:nvSpPr>
            <p:cNvPr id="1253" name="Google Shape;1253;p19"/>
            <p:cNvSpPr txBox="1"/>
            <p:nvPr/>
          </p:nvSpPr>
          <p:spPr>
            <a:xfrm>
              <a:off x="1450" y="1344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254" name="Google Shape;1254;p19"/>
            <p:cNvSpPr txBox="1"/>
            <p:nvPr/>
          </p:nvSpPr>
          <p:spPr>
            <a:xfrm>
              <a:off x="900" y="1896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255" name="Google Shape;1255;p19"/>
            <p:cNvSpPr txBox="1"/>
            <p:nvPr/>
          </p:nvSpPr>
          <p:spPr>
            <a:xfrm>
              <a:off x="860" y="1200"/>
              <a:ext cx="3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/>
            </a:p>
          </p:txBody>
        </p:sp>
        <p:sp>
          <p:nvSpPr>
            <p:cNvPr id="1256" name="Google Shape;1256;p19"/>
            <p:cNvSpPr txBox="1"/>
            <p:nvPr/>
          </p:nvSpPr>
          <p:spPr>
            <a:xfrm>
              <a:off x="1160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7" name="Google Shape;1257;p19"/>
            <p:cNvSpPr txBox="1"/>
            <p:nvPr/>
          </p:nvSpPr>
          <p:spPr>
            <a:xfrm>
              <a:off x="1448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8" name="Google Shape;1258;p19"/>
            <p:cNvSpPr txBox="1"/>
            <p:nvPr/>
          </p:nvSpPr>
          <p:spPr>
            <a:xfrm>
              <a:off x="1448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9" name="Google Shape;1259;p19"/>
            <p:cNvSpPr txBox="1"/>
            <p:nvPr/>
          </p:nvSpPr>
          <p:spPr>
            <a:xfrm>
              <a:off x="1160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60" name="Google Shape;1260;p19"/>
            <p:cNvCxnSpPr/>
            <p:nvPr/>
          </p:nvCxnSpPr>
          <p:spPr>
            <a:xfrm rot="10800000">
              <a:off x="832" y="1347"/>
              <a:ext cx="336" cy="24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61" name="Google Shape;1261;p19"/>
            <p:cNvSpPr txBox="1"/>
            <p:nvPr/>
          </p:nvSpPr>
          <p:spPr>
            <a:xfrm>
              <a:off x="1184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2" name="Google Shape;1262;p19"/>
            <p:cNvSpPr txBox="1"/>
            <p:nvPr/>
          </p:nvSpPr>
          <p:spPr>
            <a:xfrm>
              <a:off x="1448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63" name="Google Shape;1263;p19"/>
            <p:cNvSpPr txBox="1"/>
            <p:nvPr/>
          </p:nvSpPr>
          <p:spPr>
            <a:xfrm>
              <a:off x="1464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64" name="Google Shape;1264;p19"/>
            <p:cNvSpPr txBox="1"/>
            <p:nvPr/>
          </p:nvSpPr>
          <p:spPr>
            <a:xfrm>
              <a:off x="1188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65" name="Google Shape;1265;p19"/>
            <p:cNvSpPr txBox="1"/>
            <p:nvPr/>
          </p:nvSpPr>
          <p:spPr>
            <a:xfrm>
              <a:off x="1736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6" name="Google Shape;1266;p19"/>
            <p:cNvSpPr txBox="1"/>
            <p:nvPr/>
          </p:nvSpPr>
          <p:spPr>
            <a:xfrm>
              <a:off x="2024" y="1579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7" name="Google Shape;1267;p19"/>
            <p:cNvSpPr txBox="1"/>
            <p:nvPr/>
          </p:nvSpPr>
          <p:spPr>
            <a:xfrm>
              <a:off x="2024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8" name="Google Shape;1268;p19"/>
            <p:cNvSpPr txBox="1"/>
            <p:nvPr/>
          </p:nvSpPr>
          <p:spPr>
            <a:xfrm>
              <a:off x="1736" y="1867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9" name="Google Shape;1269;p19"/>
            <p:cNvSpPr txBox="1"/>
            <p:nvPr/>
          </p:nvSpPr>
          <p:spPr>
            <a:xfrm>
              <a:off x="1760" y="1633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70" name="Google Shape;1270;p19"/>
            <p:cNvSpPr txBox="1"/>
            <p:nvPr/>
          </p:nvSpPr>
          <p:spPr>
            <a:xfrm>
              <a:off x="2024" y="1629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1" name="Google Shape;1271;p19"/>
            <p:cNvSpPr txBox="1"/>
            <p:nvPr/>
          </p:nvSpPr>
          <p:spPr>
            <a:xfrm>
              <a:off x="2040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72" name="Google Shape;1272;p19"/>
            <p:cNvSpPr txBox="1"/>
            <p:nvPr/>
          </p:nvSpPr>
          <p:spPr>
            <a:xfrm>
              <a:off x="1764" y="1905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73" name="Google Shape;1273;p19"/>
            <p:cNvSpPr txBox="1"/>
            <p:nvPr/>
          </p:nvSpPr>
          <p:spPr>
            <a:xfrm>
              <a:off x="173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274" name="Google Shape;1274;p19"/>
            <p:cNvSpPr txBox="1"/>
            <p:nvPr/>
          </p:nvSpPr>
          <p:spPr>
            <a:xfrm>
              <a:off x="2040" y="1339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275" name="Google Shape;1275;p19"/>
            <p:cNvSpPr txBox="1"/>
            <p:nvPr/>
          </p:nvSpPr>
          <p:spPr>
            <a:xfrm>
              <a:off x="1160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6" name="Google Shape;1276;p19"/>
            <p:cNvSpPr txBox="1"/>
            <p:nvPr/>
          </p:nvSpPr>
          <p:spPr>
            <a:xfrm>
              <a:off x="1448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7" name="Google Shape;1277;p19"/>
            <p:cNvSpPr txBox="1"/>
            <p:nvPr/>
          </p:nvSpPr>
          <p:spPr>
            <a:xfrm>
              <a:off x="1448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8" name="Google Shape;1278;p19"/>
            <p:cNvSpPr txBox="1"/>
            <p:nvPr/>
          </p:nvSpPr>
          <p:spPr>
            <a:xfrm>
              <a:off x="1160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9" name="Google Shape;1279;p19"/>
            <p:cNvSpPr txBox="1"/>
            <p:nvPr/>
          </p:nvSpPr>
          <p:spPr>
            <a:xfrm>
              <a:off x="113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80" name="Google Shape;1280;p19"/>
            <p:cNvSpPr txBox="1"/>
            <p:nvPr/>
          </p:nvSpPr>
          <p:spPr>
            <a:xfrm>
              <a:off x="1416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81" name="Google Shape;1281;p19"/>
            <p:cNvSpPr txBox="1"/>
            <p:nvPr/>
          </p:nvSpPr>
          <p:spPr>
            <a:xfrm>
              <a:off x="1464" y="2478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82" name="Google Shape;1282;p19"/>
            <p:cNvSpPr txBox="1"/>
            <p:nvPr/>
          </p:nvSpPr>
          <p:spPr>
            <a:xfrm>
              <a:off x="1188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3" name="Google Shape;1283;p19"/>
            <p:cNvSpPr txBox="1"/>
            <p:nvPr/>
          </p:nvSpPr>
          <p:spPr>
            <a:xfrm>
              <a:off x="1736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4" name="Google Shape;1284;p19"/>
            <p:cNvSpPr txBox="1"/>
            <p:nvPr/>
          </p:nvSpPr>
          <p:spPr>
            <a:xfrm>
              <a:off x="2024" y="2152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5" name="Google Shape;1285;p19"/>
            <p:cNvSpPr txBox="1"/>
            <p:nvPr/>
          </p:nvSpPr>
          <p:spPr>
            <a:xfrm>
              <a:off x="2024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6" name="Google Shape;1286;p19"/>
            <p:cNvSpPr txBox="1"/>
            <p:nvPr/>
          </p:nvSpPr>
          <p:spPr>
            <a:xfrm>
              <a:off x="1736" y="2440"/>
              <a:ext cx="288" cy="288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7" name="Google Shape;1287;p19"/>
            <p:cNvSpPr txBox="1"/>
            <p:nvPr/>
          </p:nvSpPr>
          <p:spPr>
            <a:xfrm>
              <a:off x="1712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88" name="Google Shape;1288;p19"/>
            <p:cNvSpPr txBox="1"/>
            <p:nvPr/>
          </p:nvSpPr>
          <p:spPr>
            <a:xfrm>
              <a:off x="2000" y="2206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 Black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/>
            </a:p>
          </p:txBody>
        </p:sp>
        <p:sp>
          <p:nvSpPr>
            <p:cNvPr id="1289" name="Google Shape;1289;p19"/>
            <p:cNvSpPr txBox="1"/>
            <p:nvPr/>
          </p:nvSpPr>
          <p:spPr>
            <a:xfrm>
              <a:off x="2000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0" name="Google Shape;1290;p19"/>
            <p:cNvSpPr txBox="1"/>
            <p:nvPr/>
          </p:nvSpPr>
          <p:spPr>
            <a:xfrm>
              <a:off x="1720" y="2474"/>
              <a:ext cx="1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1" name="Google Shape;1291;p19"/>
            <p:cNvSpPr txBox="1"/>
            <p:nvPr/>
          </p:nvSpPr>
          <p:spPr>
            <a:xfrm>
              <a:off x="900" y="2192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1292" name="Google Shape;1292;p19"/>
            <p:cNvSpPr txBox="1"/>
            <p:nvPr/>
          </p:nvSpPr>
          <p:spPr>
            <a:xfrm>
              <a:off x="882" y="2470"/>
              <a:ext cx="29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1293" name="Google Shape;1293;p19"/>
            <p:cNvSpPr txBox="1"/>
            <p:nvPr/>
          </p:nvSpPr>
          <p:spPr>
            <a:xfrm>
              <a:off x="624" y="1046"/>
              <a:ext cx="49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S6 = 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20"/>
          <p:cNvSpPr txBox="1"/>
          <p:nvPr/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None/>
            </a:pPr>
            <a:fld id="{00000000-1234-1234-1234-123412341234}" type="slidenum">
              <a:rPr b="0" i="0" lang="en-US" sz="2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  <p:sp>
        <p:nvSpPr>
          <p:cNvPr id="1299" name="Google Shape;1299;p20"/>
          <p:cNvSpPr txBox="1"/>
          <p:nvPr>
            <p:ph type="title"/>
          </p:nvPr>
        </p:nvSpPr>
        <p:spPr>
          <a:xfrm>
            <a:off x="1143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 Black"/>
              <a:buNone/>
            </a:pPr>
            <a:r>
              <a:rPr b="0" i="0" lang="en-US" sz="2800" u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Mapas de Karnaugh  </a:t>
            </a:r>
            <a:endParaRPr/>
          </a:p>
        </p:txBody>
      </p:sp>
      <p:sp>
        <p:nvSpPr>
          <p:cNvPr id="1300" name="Google Shape;1300;p20"/>
          <p:cNvSpPr txBox="1"/>
          <p:nvPr>
            <p:ph idx="1" type="body"/>
          </p:nvPr>
        </p:nvSpPr>
        <p:spPr>
          <a:xfrm>
            <a:off x="762000" y="1143000"/>
            <a:ext cx="8077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 esquecer que a simplificação só fica correta, se se todas as saídas consideradas (1 e 0) fazem parte do enlace;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mais que 4 variáveis o processo fica muito difícil de ser visualizado.</a:t>
            </a:r>
            <a:endParaRPr/>
          </a:p>
        </p:txBody>
      </p:sp>
      <p:sp>
        <p:nvSpPr>
          <p:cNvPr id="1301" name="Google Shape;1301;p20"/>
          <p:cNvSpPr txBox="1"/>
          <p:nvPr/>
        </p:nvSpPr>
        <p:spPr>
          <a:xfrm>
            <a:off x="1295400" y="3657600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/>
          </a:p>
        </p:txBody>
      </p:sp>
      <p:sp>
        <p:nvSpPr>
          <p:cNvPr id="1302" name="Google Shape;1302;p20"/>
          <p:cNvSpPr txBox="1"/>
          <p:nvPr/>
        </p:nvSpPr>
        <p:spPr>
          <a:xfrm>
            <a:off x="1647825" y="4065587"/>
            <a:ext cx="409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1303" name="Google Shape;1303;p20"/>
          <p:cNvSpPr txBox="1"/>
          <p:nvPr/>
        </p:nvSpPr>
        <p:spPr>
          <a:xfrm>
            <a:off x="2019300" y="3630612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endParaRPr/>
          </a:p>
        </p:txBody>
      </p:sp>
      <p:sp>
        <p:nvSpPr>
          <p:cNvPr id="1304" name="Google Shape;1304;p20"/>
          <p:cNvSpPr txBox="1"/>
          <p:nvPr/>
        </p:nvSpPr>
        <p:spPr>
          <a:xfrm>
            <a:off x="2505075" y="3630612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endParaRPr/>
          </a:p>
        </p:txBody>
      </p:sp>
      <p:sp>
        <p:nvSpPr>
          <p:cNvPr id="1305" name="Google Shape;1305;p20"/>
          <p:cNvSpPr txBox="1"/>
          <p:nvPr/>
        </p:nvSpPr>
        <p:spPr>
          <a:xfrm>
            <a:off x="1657350" y="4506912"/>
            <a:ext cx="409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06" name="Google Shape;1306;p20"/>
          <p:cNvSpPr txBox="1"/>
          <p:nvPr/>
        </p:nvSpPr>
        <p:spPr>
          <a:xfrm>
            <a:off x="1593850" y="3352800"/>
            <a:ext cx="7223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CDE</a:t>
            </a:r>
            <a:endParaRPr/>
          </a:p>
        </p:txBody>
      </p:sp>
      <p:sp>
        <p:nvSpPr>
          <p:cNvPr id="1307" name="Google Shape;1307;p20"/>
          <p:cNvSpPr txBox="1"/>
          <p:nvPr/>
        </p:nvSpPr>
        <p:spPr>
          <a:xfrm>
            <a:off x="2070100" y="39544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8" name="Google Shape;1308;p20"/>
          <p:cNvSpPr txBox="1"/>
          <p:nvPr/>
        </p:nvSpPr>
        <p:spPr>
          <a:xfrm>
            <a:off x="2527300" y="39544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20"/>
          <p:cNvSpPr txBox="1"/>
          <p:nvPr/>
        </p:nvSpPr>
        <p:spPr>
          <a:xfrm>
            <a:off x="2527300" y="44116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20"/>
          <p:cNvSpPr txBox="1"/>
          <p:nvPr/>
        </p:nvSpPr>
        <p:spPr>
          <a:xfrm>
            <a:off x="2070100" y="44116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1" name="Google Shape;1311;p20"/>
          <p:cNvCxnSpPr/>
          <p:nvPr/>
        </p:nvCxnSpPr>
        <p:spPr>
          <a:xfrm rot="10800000">
            <a:off x="1549400" y="3586162"/>
            <a:ext cx="533400" cy="381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12" name="Google Shape;1312;p20"/>
          <p:cNvSpPr txBox="1"/>
          <p:nvPr/>
        </p:nvSpPr>
        <p:spPr>
          <a:xfrm>
            <a:off x="2108200" y="4040187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/>
          </a:p>
        </p:txBody>
      </p:sp>
      <p:sp>
        <p:nvSpPr>
          <p:cNvPr id="1313" name="Google Shape;1313;p20"/>
          <p:cNvSpPr txBox="1"/>
          <p:nvPr/>
        </p:nvSpPr>
        <p:spPr>
          <a:xfrm>
            <a:off x="2527300" y="4040187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1314" name="Google Shape;1314;p20"/>
          <p:cNvSpPr txBox="1"/>
          <p:nvPr/>
        </p:nvSpPr>
        <p:spPr>
          <a:xfrm>
            <a:off x="2552700" y="4471987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/>
          </a:p>
        </p:txBody>
      </p:sp>
      <p:sp>
        <p:nvSpPr>
          <p:cNvPr id="1315" name="Google Shape;1315;p20"/>
          <p:cNvSpPr txBox="1"/>
          <p:nvPr/>
        </p:nvSpPr>
        <p:spPr>
          <a:xfrm>
            <a:off x="2114550" y="4471987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/>
          </a:p>
        </p:txBody>
      </p:sp>
      <p:sp>
        <p:nvSpPr>
          <p:cNvPr id="1316" name="Google Shape;1316;p20"/>
          <p:cNvSpPr txBox="1"/>
          <p:nvPr/>
        </p:nvSpPr>
        <p:spPr>
          <a:xfrm>
            <a:off x="2984500" y="39544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7" name="Google Shape;1317;p20"/>
          <p:cNvSpPr txBox="1"/>
          <p:nvPr/>
        </p:nvSpPr>
        <p:spPr>
          <a:xfrm>
            <a:off x="3441700" y="39544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8" name="Google Shape;1318;p20"/>
          <p:cNvSpPr txBox="1"/>
          <p:nvPr/>
        </p:nvSpPr>
        <p:spPr>
          <a:xfrm>
            <a:off x="3441700" y="44116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9" name="Google Shape;1319;p20"/>
          <p:cNvSpPr txBox="1"/>
          <p:nvPr/>
        </p:nvSpPr>
        <p:spPr>
          <a:xfrm>
            <a:off x="2984500" y="4411662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0" name="Google Shape;1320;p20"/>
          <p:cNvSpPr txBox="1"/>
          <p:nvPr/>
        </p:nvSpPr>
        <p:spPr>
          <a:xfrm>
            <a:off x="3022600" y="4040187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1321" name="Google Shape;1321;p20"/>
          <p:cNvSpPr txBox="1"/>
          <p:nvPr/>
        </p:nvSpPr>
        <p:spPr>
          <a:xfrm>
            <a:off x="3441700" y="4040187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1322" name="Google Shape;1322;p20"/>
          <p:cNvSpPr txBox="1"/>
          <p:nvPr/>
        </p:nvSpPr>
        <p:spPr>
          <a:xfrm>
            <a:off x="3416300" y="4471987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/>
          </a:p>
        </p:txBody>
      </p:sp>
      <p:sp>
        <p:nvSpPr>
          <p:cNvPr id="1323" name="Google Shape;1323;p20"/>
          <p:cNvSpPr txBox="1"/>
          <p:nvPr/>
        </p:nvSpPr>
        <p:spPr>
          <a:xfrm>
            <a:off x="2978150" y="4471987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r>
            <a:endParaRPr/>
          </a:p>
        </p:txBody>
      </p:sp>
      <p:sp>
        <p:nvSpPr>
          <p:cNvPr id="1324" name="Google Shape;1324;p20"/>
          <p:cNvSpPr txBox="1"/>
          <p:nvPr/>
        </p:nvSpPr>
        <p:spPr>
          <a:xfrm>
            <a:off x="2974975" y="3622675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011</a:t>
            </a:r>
            <a:endParaRPr/>
          </a:p>
        </p:txBody>
      </p:sp>
      <p:sp>
        <p:nvSpPr>
          <p:cNvPr id="1325" name="Google Shape;1325;p20"/>
          <p:cNvSpPr txBox="1"/>
          <p:nvPr/>
        </p:nvSpPr>
        <p:spPr>
          <a:xfrm>
            <a:off x="3403600" y="3622675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010</a:t>
            </a:r>
            <a:endParaRPr/>
          </a:p>
        </p:txBody>
      </p:sp>
      <p:sp>
        <p:nvSpPr>
          <p:cNvPr id="1326" name="Google Shape;1326;p20"/>
          <p:cNvSpPr txBox="1"/>
          <p:nvPr/>
        </p:nvSpPr>
        <p:spPr>
          <a:xfrm>
            <a:off x="2070100" y="48641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20"/>
          <p:cNvSpPr txBox="1"/>
          <p:nvPr/>
        </p:nvSpPr>
        <p:spPr>
          <a:xfrm>
            <a:off x="2527300" y="48641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20"/>
          <p:cNvSpPr txBox="1"/>
          <p:nvPr/>
        </p:nvSpPr>
        <p:spPr>
          <a:xfrm>
            <a:off x="2527300" y="5321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20"/>
          <p:cNvSpPr txBox="1"/>
          <p:nvPr/>
        </p:nvSpPr>
        <p:spPr>
          <a:xfrm>
            <a:off x="2070100" y="5321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20"/>
          <p:cNvSpPr txBox="1"/>
          <p:nvPr/>
        </p:nvSpPr>
        <p:spPr>
          <a:xfrm>
            <a:off x="2032000" y="49498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24</a:t>
            </a:r>
            <a:endParaRPr/>
          </a:p>
        </p:txBody>
      </p:sp>
      <p:sp>
        <p:nvSpPr>
          <p:cNvPr id="1331" name="Google Shape;1331;p20"/>
          <p:cNvSpPr txBox="1"/>
          <p:nvPr/>
        </p:nvSpPr>
        <p:spPr>
          <a:xfrm>
            <a:off x="2476500" y="49498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25</a:t>
            </a:r>
            <a:endParaRPr/>
          </a:p>
        </p:txBody>
      </p:sp>
      <p:sp>
        <p:nvSpPr>
          <p:cNvPr id="1332" name="Google Shape;1332;p20"/>
          <p:cNvSpPr txBox="1"/>
          <p:nvPr/>
        </p:nvSpPr>
        <p:spPr>
          <a:xfrm>
            <a:off x="2489200" y="53816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17</a:t>
            </a:r>
            <a:endParaRPr/>
          </a:p>
        </p:txBody>
      </p:sp>
      <p:sp>
        <p:nvSpPr>
          <p:cNvPr id="1333" name="Google Shape;1333;p20"/>
          <p:cNvSpPr txBox="1"/>
          <p:nvPr/>
        </p:nvSpPr>
        <p:spPr>
          <a:xfrm>
            <a:off x="2028825" y="53816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r>
            <a:endParaRPr/>
          </a:p>
        </p:txBody>
      </p:sp>
      <p:sp>
        <p:nvSpPr>
          <p:cNvPr id="1334" name="Google Shape;1334;p20"/>
          <p:cNvSpPr txBox="1"/>
          <p:nvPr/>
        </p:nvSpPr>
        <p:spPr>
          <a:xfrm>
            <a:off x="2984500" y="48641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5" name="Google Shape;1335;p20"/>
          <p:cNvSpPr txBox="1"/>
          <p:nvPr/>
        </p:nvSpPr>
        <p:spPr>
          <a:xfrm>
            <a:off x="3441700" y="48641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20"/>
          <p:cNvSpPr txBox="1"/>
          <p:nvPr/>
        </p:nvSpPr>
        <p:spPr>
          <a:xfrm>
            <a:off x="3441700" y="5321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7" name="Google Shape;1337;p20"/>
          <p:cNvSpPr txBox="1"/>
          <p:nvPr/>
        </p:nvSpPr>
        <p:spPr>
          <a:xfrm>
            <a:off x="2984500" y="5321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8" name="Google Shape;1338;p20"/>
          <p:cNvSpPr txBox="1"/>
          <p:nvPr/>
        </p:nvSpPr>
        <p:spPr>
          <a:xfrm>
            <a:off x="2946400" y="49498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27</a:t>
            </a:r>
            <a:endParaRPr/>
          </a:p>
        </p:txBody>
      </p:sp>
      <p:sp>
        <p:nvSpPr>
          <p:cNvPr id="1339" name="Google Shape;1339;p20"/>
          <p:cNvSpPr txBox="1"/>
          <p:nvPr/>
        </p:nvSpPr>
        <p:spPr>
          <a:xfrm>
            <a:off x="3403600" y="49498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26</a:t>
            </a:r>
            <a:endParaRPr/>
          </a:p>
        </p:txBody>
      </p:sp>
      <p:sp>
        <p:nvSpPr>
          <p:cNvPr id="1340" name="Google Shape;1340;p20"/>
          <p:cNvSpPr txBox="1"/>
          <p:nvPr/>
        </p:nvSpPr>
        <p:spPr>
          <a:xfrm>
            <a:off x="3403600" y="53816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r>
            <a:endParaRPr/>
          </a:p>
        </p:txBody>
      </p:sp>
      <p:sp>
        <p:nvSpPr>
          <p:cNvPr id="1341" name="Google Shape;1341;p20"/>
          <p:cNvSpPr txBox="1"/>
          <p:nvPr/>
        </p:nvSpPr>
        <p:spPr>
          <a:xfrm>
            <a:off x="2959100" y="53816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19</a:t>
            </a:r>
            <a:endParaRPr/>
          </a:p>
        </p:txBody>
      </p:sp>
      <p:sp>
        <p:nvSpPr>
          <p:cNvPr id="1342" name="Google Shape;1342;p20"/>
          <p:cNvSpPr txBox="1"/>
          <p:nvPr/>
        </p:nvSpPr>
        <p:spPr>
          <a:xfrm>
            <a:off x="1657350" y="4976812"/>
            <a:ext cx="409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343" name="Google Shape;1343;p20"/>
          <p:cNvSpPr txBox="1"/>
          <p:nvPr/>
        </p:nvSpPr>
        <p:spPr>
          <a:xfrm>
            <a:off x="1628775" y="5418137"/>
            <a:ext cx="409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344" name="Google Shape;1344;p20"/>
          <p:cNvSpPr txBox="1"/>
          <p:nvPr/>
        </p:nvSpPr>
        <p:spPr>
          <a:xfrm>
            <a:off x="3863975" y="3638550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110</a:t>
            </a:r>
            <a:endParaRPr/>
          </a:p>
        </p:txBody>
      </p:sp>
      <p:sp>
        <p:nvSpPr>
          <p:cNvPr id="1345" name="Google Shape;1345;p20"/>
          <p:cNvSpPr txBox="1"/>
          <p:nvPr/>
        </p:nvSpPr>
        <p:spPr>
          <a:xfrm>
            <a:off x="4324350" y="3638550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111</a:t>
            </a:r>
            <a:endParaRPr/>
          </a:p>
        </p:txBody>
      </p:sp>
      <p:sp>
        <p:nvSpPr>
          <p:cNvPr id="1346" name="Google Shape;1346;p20"/>
          <p:cNvSpPr txBox="1"/>
          <p:nvPr/>
        </p:nvSpPr>
        <p:spPr>
          <a:xfrm>
            <a:off x="3902075" y="39624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7" name="Google Shape;1347;p20"/>
          <p:cNvSpPr txBox="1"/>
          <p:nvPr/>
        </p:nvSpPr>
        <p:spPr>
          <a:xfrm>
            <a:off x="4359275" y="39624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20"/>
          <p:cNvSpPr txBox="1"/>
          <p:nvPr/>
        </p:nvSpPr>
        <p:spPr>
          <a:xfrm>
            <a:off x="4359275" y="44196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9" name="Google Shape;1349;p20"/>
          <p:cNvSpPr txBox="1"/>
          <p:nvPr/>
        </p:nvSpPr>
        <p:spPr>
          <a:xfrm>
            <a:off x="3902075" y="44196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0" name="Google Shape;1350;p20"/>
          <p:cNvSpPr txBox="1"/>
          <p:nvPr/>
        </p:nvSpPr>
        <p:spPr>
          <a:xfrm>
            <a:off x="3940175" y="4048125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/>
          </a:p>
        </p:txBody>
      </p:sp>
      <p:sp>
        <p:nvSpPr>
          <p:cNvPr id="1351" name="Google Shape;1351;p20"/>
          <p:cNvSpPr txBox="1"/>
          <p:nvPr/>
        </p:nvSpPr>
        <p:spPr>
          <a:xfrm>
            <a:off x="4359275" y="4048125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/>
          </a:p>
        </p:txBody>
      </p:sp>
      <p:sp>
        <p:nvSpPr>
          <p:cNvPr id="1352" name="Google Shape;1352;p20"/>
          <p:cNvSpPr txBox="1"/>
          <p:nvPr/>
        </p:nvSpPr>
        <p:spPr>
          <a:xfrm>
            <a:off x="4352925" y="44799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r>
            <a:endParaRPr/>
          </a:p>
        </p:txBody>
      </p:sp>
      <p:sp>
        <p:nvSpPr>
          <p:cNvPr id="1353" name="Google Shape;1353;p20"/>
          <p:cNvSpPr txBox="1"/>
          <p:nvPr/>
        </p:nvSpPr>
        <p:spPr>
          <a:xfrm>
            <a:off x="3857625" y="44799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14</a:t>
            </a:r>
            <a:endParaRPr/>
          </a:p>
        </p:txBody>
      </p:sp>
      <p:sp>
        <p:nvSpPr>
          <p:cNvPr id="1354" name="Google Shape;1354;p20"/>
          <p:cNvSpPr txBox="1"/>
          <p:nvPr/>
        </p:nvSpPr>
        <p:spPr>
          <a:xfrm>
            <a:off x="4816475" y="39624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5" name="Google Shape;1355;p20"/>
          <p:cNvSpPr txBox="1"/>
          <p:nvPr/>
        </p:nvSpPr>
        <p:spPr>
          <a:xfrm>
            <a:off x="5273675" y="39624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6" name="Google Shape;1356;p20"/>
          <p:cNvSpPr txBox="1"/>
          <p:nvPr/>
        </p:nvSpPr>
        <p:spPr>
          <a:xfrm>
            <a:off x="5273675" y="44196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7" name="Google Shape;1357;p20"/>
          <p:cNvSpPr txBox="1"/>
          <p:nvPr/>
        </p:nvSpPr>
        <p:spPr>
          <a:xfrm>
            <a:off x="4816475" y="44196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8" name="Google Shape;1358;p20"/>
          <p:cNvSpPr txBox="1"/>
          <p:nvPr/>
        </p:nvSpPr>
        <p:spPr>
          <a:xfrm>
            <a:off x="4854575" y="4048125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/>
          </a:p>
        </p:txBody>
      </p:sp>
      <p:sp>
        <p:nvSpPr>
          <p:cNvPr id="1359" name="Google Shape;1359;p20"/>
          <p:cNvSpPr txBox="1"/>
          <p:nvPr/>
        </p:nvSpPr>
        <p:spPr>
          <a:xfrm>
            <a:off x="5273675" y="4048125"/>
            <a:ext cx="3540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1360" name="Google Shape;1360;p20"/>
          <p:cNvSpPr txBox="1"/>
          <p:nvPr/>
        </p:nvSpPr>
        <p:spPr>
          <a:xfrm>
            <a:off x="5260975" y="44799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/>
          </a:p>
        </p:txBody>
      </p:sp>
      <p:sp>
        <p:nvSpPr>
          <p:cNvPr id="1361" name="Google Shape;1361;p20"/>
          <p:cNvSpPr txBox="1"/>
          <p:nvPr/>
        </p:nvSpPr>
        <p:spPr>
          <a:xfrm>
            <a:off x="4784725" y="447992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r>
            <a:endParaRPr/>
          </a:p>
        </p:txBody>
      </p:sp>
      <p:sp>
        <p:nvSpPr>
          <p:cNvPr id="1362" name="Google Shape;1362;p20"/>
          <p:cNvSpPr txBox="1"/>
          <p:nvPr/>
        </p:nvSpPr>
        <p:spPr>
          <a:xfrm>
            <a:off x="4775200" y="3630612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/>
          </a:p>
        </p:txBody>
      </p:sp>
      <p:sp>
        <p:nvSpPr>
          <p:cNvPr id="1363" name="Google Shape;1363;p20"/>
          <p:cNvSpPr txBox="1"/>
          <p:nvPr/>
        </p:nvSpPr>
        <p:spPr>
          <a:xfrm>
            <a:off x="5232400" y="3632200"/>
            <a:ext cx="5222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1364" name="Google Shape;1364;p20"/>
          <p:cNvSpPr txBox="1"/>
          <p:nvPr/>
        </p:nvSpPr>
        <p:spPr>
          <a:xfrm>
            <a:off x="3902075" y="48720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5" name="Google Shape;1365;p20"/>
          <p:cNvSpPr txBox="1"/>
          <p:nvPr/>
        </p:nvSpPr>
        <p:spPr>
          <a:xfrm>
            <a:off x="4359275" y="48720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6" name="Google Shape;1366;p20"/>
          <p:cNvSpPr txBox="1"/>
          <p:nvPr/>
        </p:nvSpPr>
        <p:spPr>
          <a:xfrm>
            <a:off x="4359275" y="53292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20"/>
          <p:cNvSpPr txBox="1"/>
          <p:nvPr/>
        </p:nvSpPr>
        <p:spPr>
          <a:xfrm>
            <a:off x="3902075" y="53292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8" name="Google Shape;1368;p20"/>
          <p:cNvSpPr txBox="1"/>
          <p:nvPr/>
        </p:nvSpPr>
        <p:spPr>
          <a:xfrm>
            <a:off x="3863975" y="495776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30</a:t>
            </a:r>
            <a:endParaRPr/>
          </a:p>
        </p:txBody>
      </p:sp>
      <p:sp>
        <p:nvSpPr>
          <p:cNvPr id="1369" name="Google Shape;1369;p20"/>
          <p:cNvSpPr txBox="1"/>
          <p:nvPr/>
        </p:nvSpPr>
        <p:spPr>
          <a:xfrm>
            <a:off x="4308475" y="495776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31</a:t>
            </a:r>
            <a:endParaRPr/>
          </a:p>
        </p:txBody>
      </p:sp>
      <p:sp>
        <p:nvSpPr>
          <p:cNvPr id="1370" name="Google Shape;1370;p20"/>
          <p:cNvSpPr txBox="1"/>
          <p:nvPr/>
        </p:nvSpPr>
        <p:spPr>
          <a:xfrm>
            <a:off x="4333875" y="538956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23</a:t>
            </a:r>
            <a:endParaRPr/>
          </a:p>
        </p:txBody>
      </p:sp>
      <p:sp>
        <p:nvSpPr>
          <p:cNvPr id="1371" name="Google Shape;1371;p20"/>
          <p:cNvSpPr txBox="1"/>
          <p:nvPr/>
        </p:nvSpPr>
        <p:spPr>
          <a:xfrm>
            <a:off x="3886200" y="5410200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22</a:t>
            </a:r>
            <a:endParaRPr/>
          </a:p>
        </p:txBody>
      </p:sp>
      <p:sp>
        <p:nvSpPr>
          <p:cNvPr id="1372" name="Google Shape;1372;p20"/>
          <p:cNvSpPr txBox="1"/>
          <p:nvPr/>
        </p:nvSpPr>
        <p:spPr>
          <a:xfrm>
            <a:off x="4816475" y="48720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20"/>
          <p:cNvSpPr txBox="1"/>
          <p:nvPr/>
        </p:nvSpPr>
        <p:spPr>
          <a:xfrm>
            <a:off x="5273675" y="48720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4" name="Google Shape;1374;p20"/>
          <p:cNvSpPr txBox="1"/>
          <p:nvPr/>
        </p:nvSpPr>
        <p:spPr>
          <a:xfrm>
            <a:off x="5273675" y="53292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20"/>
          <p:cNvSpPr txBox="1"/>
          <p:nvPr/>
        </p:nvSpPr>
        <p:spPr>
          <a:xfrm>
            <a:off x="4816475" y="5329237"/>
            <a:ext cx="457200" cy="45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6" name="Google Shape;1376;p20"/>
          <p:cNvSpPr txBox="1"/>
          <p:nvPr/>
        </p:nvSpPr>
        <p:spPr>
          <a:xfrm>
            <a:off x="4778375" y="495776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29</a:t>
            </a:r>
            <a:endParaRPr/>
          </a:p>
        </p:txBody>
      </p:sp>
      <p:sp>
        <p:nvSpPr>
          <p:cNvPr id="1377" name="Google Shape;1377;p20"/>
          <p:cNvSpPr txBox="1"/>
          <p:nvPr/>
        </p:nvSpPr>
        <p:spPr>
          <a:xfrm>
            <a:off x="5235575" y="495776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r>
            <a:endParaRPr/>
          </a:p>
        </p:txBody>
      </p:sp>
      <p:sp>
        <p:nvSpPr>
          <p:cNvPr id="1378" name="Google Shape;1378;p20"/>
          <p:cNvSpPr txBox="1"/>
          <p:nvPr/>
        </p:nvSpPr>
        <p:spPr>
          <a:xfrm>
            <a:off x="5235575" y="538956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endParaRPr/>
          </a:p>
        </p:txBody>
      </p:sp>
      <p:sp>
        <p:nvSpPr>
          <p:cNvPr id="1379" name="Google Shape;1379;p20"/>
          <p:cNvSpPr txBox="1"/>
          <p:nvPr/>
        </p:nvSpPr>
        <p:spPr>
          <a:xfrm>
            <a:off x="4791075" y="538956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0" i="0" lang="en-US" sz="20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tvolt">
  <a:themeElements>
    <a:clrScheme name="Altvolt 1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6666FF"/>
      </a:hlink>
      <a:folHlink>
        <a:srgbClr val="1C6D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Altvolt">
  <a:themeElements>
    <a:clrScheme name="Altvolt 1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6666FF"/>
      </a:hlink>
      <a:folHlink>
        <a:srgbClr val="1C6D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2002-02-26T15:51:33Z</dcterms:created>
  <dc:creator>walker</dc:creator>
</cp:coreProperties>
</file>